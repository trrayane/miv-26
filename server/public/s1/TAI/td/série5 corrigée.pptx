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6" r:id="rId2"/>
    <p:sldId id="308" r:id="rId3"/>
    <p:sldId id="394" r:id="rId4"/>
    <p:sldId id="391" r:id="rId5"/>
    <p:sldId id="395" r:id="rId6"/>
    <p:sldId id="392" r:id="rId7"/>
    <p:sldId id="393" r:id="rId8"/>
    <p:sldId id="396" r:id="rId9"/>
    <p:sldId id="398" r:id="rId10"/>
    <p:sldId id="399" r:id="rId11"/>
  </p:sldIdLst>
  <p:sldSz cx="12801600" cy="9601200" type="A3"/>
  <p:notesSz cx="6858000" cy="9144000"/>
  <p:defaultTextStyle>
    <a:defPPr>
      <a:defRPr lang="fr-FR"/>
    </a:defPPr>
    <a:lvl1pPr marL="0" algn="l" defTabSz="1221913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10956" algn="l" defTabSz="1221913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21913" algn="l" defTabSz="1221913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32869" algn="l" defTabSz="1221913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43825" algn="l" defTabSz="1221913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54782" algn="l" defTabSz="1221913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65738" algn="l" defTabSz="1221913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76695" algn="l" defTabSz="1221913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87651" algn="l" defTabSz="1221913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E1EA9"/>
    <a:srgbClr val="FF0000"/>
    <a:srgbClr val="4F81BD"/>
    <a:srgbClr val="00B0F0"/>
    <a:srgbClr val="000000"/>
    <a:srgbClr val="FFFFFF"/>
    <a:srgbClr val="254061"/>
    <a:srgbClr val="D7E4BD"/>
    <a:srgbClr val="FF0D0D"/>
    <a:srgbClr val="FFABAB"/>
  </p:clrMru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62" autoAdjust="0"/>
    <p:restoredTop sz="98387" autoAdjust="0"/>
  </p:normalViewPr>
  <p:slideViewPr>
    <p:cSldViewPr>
      <p:cViewPr>
        <p:scale>
          <a:sx n="40" d="100"/>
          <a:sy n="40" d="100"/>
        </p:scale>
        <p:origin x="-1710" y="-366"/>
      </p:cViewPr>
      <p:guideLst>
        <p:guide orient="horz" pos="3024"/>
        <p:guide pos="4032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312"/>
    </p:cViewPr>
  </p:sorter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5B9314D-6B09-49A3-9307-1ED5EB6C6A57}" type="datetimeFigureOut">
              <a:rPr lang="fr-FR" smtClean="0"/>
              <a:pPr/>
              <a:t>03/01/2024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9B07B5B-23FB-4845-A655-B6CE8E1B950E}" type="slidenum">
              <a:rPr lang="fr-FR" smtClean="0"/>
              <a:pPr/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1221913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610956" algn="l" defTabSz="1221913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1221913" algn="l" defTabSz="1221913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1832869" algn="l" defTabSz="1221913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2443825" algn="l" defTabSz="1221913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3054782" algn="l" defTabSz="1221913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65738" algn="l" defTabSz="1221913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76695" algn="l" defTabSz="1221913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87651" algn="l" defTabSz="1221913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960120" y="2982597"/>
            <a:ext cx="10881360" cy="205803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920240" y="5440680"/>
            <a:ext cx="8961120" cy="245364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1095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2191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3286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4382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547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6573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7669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8765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053A1-DE9F-468E-9F09-DD5DC5BA1446}" type="datetimeFigureOut">
              <a:rPr lang="fr-FR" smtClean="0"/>
              <a:pPr/>
              <a:t>03/01/2024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15A7BF-C4F4-4907-A222-05A5D8F26392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053A1-DE9F-468E-9F09-DD5DC5BA1446}" type="datetimeFigureOut">
              <a:rPr lang="fr-FR" smtClean="0"/>
              <a:pPr/>
              <a:t>03/01/2024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15A7BF-C4F4-4907-A222-05A5D8F26392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011239" y="6169662"/>
            <a:ext cx="10881360" cy="1906905"/>
          </a:xfrm>
        </p:spPr>
        <p:txBody>
          <a:bodyPr anchor="t"/>
          <a:lstStyle>
            <a:lvl1pPr algn="l">
              <a:defRPr sz="53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1011239" y="4069399"/>
            <a:ext cx="10881360" cy="2100262"/>
          </a:xfrm>
        </p:spPr>
        <p:txBody>
          <a:bodyPr anchor="b"/>
          <a:lstStyle>
            <a:lvl1pPr marL="0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1pPr>
            <a:lvl2pPr marL="610956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21913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3pPr>
            <a:lvl4pPr marL="1832869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4pPr>
            <a:lvl5pPr marL="2443825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5pPr>
            <a:lvl6pPr marL="3054782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6pPr>
            <a:lvl7pPr marL="3665738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7pPr>
            <a:lvl8pPr marL="4276695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8pPr>
            <a:lvl9pPr marL="4887651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053A1-DE9F-468E-9F09-DD5DC5BA1446}" type="datetimeFigureOut">
              <a:rPr lang="fr-FR" smtClean="0"/>
              <a:pPr/>
              <a:t>03/01/2024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15A7BF-C4F4-4907-A222-05A5D8F26392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40080" y="2240282"/>
            <a:ext cx="5654040" cy="6336348"/>
          </a:xfrm>
        </p:spPr>
        <p:txBody>
          <a:bodyPr/>
          <a:lstStyle>
            <a:lvl1pPr>
              <a:defRPr sz="3700"/>
            </a:lvl1pPr>
            <a:lvl2pPr>
              <a:defRPr sz="3200"/>
            </a:lvl2pPr>
            <a:lvl3pPr>
              <a:defRPr sz="2700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507480" y="2240282"/>
            <a:ext cx="5654040" cy="6336348"/>
          </a:xfrm>
        </p:spPr>
        <p:txBody>
          <a:bodyPr/>
          <a:lstStyle>
            <a:lvl1pPr>
              <a:defRPr sz="3700"/>
            </a:lvl1pPr>
            <a:lvl2pPr>
              <a:defRPr sz="3200"/>
            </a:lvl2pPr>
            <a:lvl3pPr>
              <a:defRPr sz="2700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053A1-DE9F-468E-9F09-DD5DC5BA1446}" type="datetimeFigureOut">
              <a:rPr lang="fr-FR" smtClean="0"/>
              <a:pPr/>
              <a:t>03/01/2024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15A7BF-C4F4-4907-A222-05A5D8F26392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640080" y="2149158"/>
            <a:ext cx="5656263" cy="895667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10956" indent="0">
              <a:buNone/>
              <a:defRPr sz="2700" b="1"/>
            </a:lvl2pPr>
            <a:lvl3pPr marL="1221913" indent="0">
              <a:buNone/>
              <a:defRPr sz="2400" b="1"/>
            </a:lvl3pPr>
            <a:lvl4pPr marL="1832869" indent="0">
              <a:buNone/>
              <a:defRPr sz="2100" b="1"/>
            </a:lvl4pPr>
            <a:lvl5pPr marL="2443825" indent="0">
              <a:buNone/>
              <a:defRPr sz="2100" b="1"/>
            </a:lvl5pPr>
            <a:lvl6pPr marL="3054782" indent="0">
              <a:buNone/>
              <a:defRPr sz="2100" b="1"/>
            </a:lvl6pPr>
            <a:lvl7pPr marL="3665738" indent="0">
              <a:buNone/>
              <a:defRPr sz="2100" b="1"/>
            </a:lvl7pPr>
            <a:lvl8pPr marL="4276695" indent="0">
              <a:buNone/>
              <a:defRPr sz="2100" b="1"/>
            </a:lvl8pPr>
            <a:lvl9pPr marL="4887651" indent="0">
              <a:buNone/>
              <a:defRPr sz="21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40080" y="3044825"/>
            <a:ext cx="5656263" cy="5531803"/>
          </a:xfrm>
        </p:spPr>
        <p:txBody>
          <a:bodyPr/>
          <a:lstStyle>
            <a:lvl1pPr>
              <a:defRPr sz="3200"/>
            </a:lvl1pPr>
            <a:lvl2pPr>
              <a:defRPr sz="2700"/>
            </a:lvl2pPr>
            <a:lvl3pPr>
              <a:defRPr sz="2400"/>
            </a:lvl3pPr>
            <a:lvl4pPr>
              <a:defRPr sz="2100"/>
            </a:lvl4pPr>
            <a:lvl5pPr>
              <a:defRPr sz="21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6503036" y="2149158"/>
            <a:ext cx="5658486" cy="895667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10956" indent="0">
              <a:buNone/>
              <a:defRPr sz="2700" b="1"/>
            </a:lvl2pPr>
            <a:lvl3pPr marL="1221913" indent="0">
              <a:buNone/>
              <a:defRPr sz="2400" b="1"/>
            </a:lvl3pPr>
            <a:lvl4pPr marL="1832869" indent="0">
              <a:buNone/>
              <a:defRPr sz="2100" b="1"/>
            </a:lvl4pPr>
            <a:lvl5pPr marL="2443825" indent="0">
              <a:buNone/>
              <a:defRPr sz="2100" b="1"/>
            </a:lvl5pPr>
            <a:lvl6pPr marL="3054782" indent="0">
              <a:buNone/>
              <a:defRPr sz="2100" b="1"/>
            </a:lvl6pPr>
            <a:lvl7pPr marL="3665738" indent="0">
              <a:buNone/>
              <a:defRPr sz="2100" b="1"/>
            </a:lvl7pPr>
            <a:lvl8pPr marL="4276695" indent="0">
              <a:buNone/>
              <a:defRPr sz="2100" b="1"/>
            </a:lvl8pPr>
            <a:lvl9pPr marL="4887651" indent="0">
              <a:buNone/>
              <a:defRPr sz="21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6503036" y="3044825"/>
            <a:ext cx="5658486" cy="5531803"/>
          </a:xfrm>
        </p:spPr>
        <p:txBody>
          <a:bodyPr/>
          <a:lstStyle>
            <a:lvl1pPr>
              <a:defRPr sz="3200"/>
            </a:lvl1pPr>
            <a:lvl2pPr>
              <a:defRPr sz="2700"/>
            </a:lvl2pPr>
            <a:lvl3pPr>
              <a:defRPr sz="2400"/>
            </a:lvl3pPr>
            <a:lvl4pPr>
              <a:defRPr sz="2100"/>
            </a:lvl4pPr>
            <a:lvl5pPr>
              <a:defRPr sz="21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053A1-DE9F-468E-9F09-DD5DC5BA1446}" type="datetimeFigureOut">
              <a:rPr lang="fr-FR" smtClean="0"/>
              <a:pPr/>
              <a:t>03/01/2024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15A7BF-C4F4-4907-A222-05A5D8F26392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053A1-DE9F-468E-9F09-DD5DC5BA1446}" type="datetimeFigureOut">
              <a:rPr lang="fr-FR" smtClean="0"/>
              <a:pPr/>
              <a:t>03/01/2024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15A7BF-C4F4-4907-A222-05A5D8F26392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053A1-DE9F-468E-9F09-DD5DC5BA1446}" type="datetimeFigureOut">
              <a:rPr lang="fr-FR" smtClean="0"/>
              <a:pPr/>
              <a:t>03/01/2024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15A7BF-C4F4-4907-A222-05A5D8F26392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40080" y="382270"/>
            <a:ext cx="4211639" cy="1626870"/>
          </a:xfrm>
        </p:spPr>
        <p:txBody>
          <a:bodyPr anchor="b"/>
          <a:lstStyle>
            <a:lvl1pPr algn="l">
              <a:defRPr sz="27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005071" y="382272"/>
            <a:ext cx="7156450" cy="8194358"/>
          </a:xfrm>
        </p:spPr>
        <p:txBody>
          <a:bodyPr/>
          <a:lstStyle>
            <a:lvl1pPr>
              <a:defRPr sz="4300"/>
            </a:lvl1pPr>
            <a:lvl2pPr>
              <a:defRPr sz="3700"/>
            </a:lvl2pPr>
            <a:lvl3pPr>
              <a:defRPr sz="3200"/>
            </a:lvl3pPr>
            <a:lvl4pPr>
              <a:defRPr sz="2700"/>
            </a:lvl4pPr>
            <a:lvl5pPr>
              <a:defRPr sz="2700"/>
            </a:lvl5pPr>
            <a:lvl6pPr>
              <a:defRPr sz="2700"/>
            </a:lvl6pPr>
            <a:lvl7pPr>
              <a:defRPr sz="2700"/>
            </a:lvl7pPr>
            <a:lvl8pPr>
              <a:defRPr sz="2700"/>
            </a:lvl8pPr>
            <a:lvl9pPr>
              <a:defRPr sz="27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640080" y="2009142"/>
            <a:ext cx="4211639" cy="6567488"/>
          </a:xfrm>
        </p:spPr>
        <p:txBody>
          <a:bodyPr/>
          <a:lstStyle>
            <a:lvl1pPr marL="0" indent="0">
              <a:buNone/>
              <a:defRPr sz="1900"/>
            </a:lvl1pPr>
            <a:lvl2pPr marL="610956" indent="0">
              <a:buNone/>
              <a:defRPr sz="1600"/>
            </a:lvl2pPr>
            <a:lvl3pPr marL="1221913" indent="0">
              <a:buNone/>
              <a:defRPr sz="1300"/>
            </a:lvl3pPr>
            <a:lvl4pPr marL="1832869" indent="0">
              <a:buNone/>
              <a:defRPr sz="1200"/>
            </a:lvl4pPr>
            <a:lvl5pPr marL="2443825" indent="0">
              <a:buNone/>
              <a:defRPr sz="1200"/>
            </a:lvl5pPr>
            <a:lvl6pPr marL="3054782" indent="0">
              <a:buNone/>
              <a:defRPr sz="1200"/>
            </a:lvl6pPr>
            <a:lvl7pPr marL="3665738" indent="0">
              <a:buNone/>
              <a:defRPr sz="1200"/>
            </a:lvl7pPr>
            <a:lvl8pPr marL="4276695" indent="0">
              <a:buNone/>
              <a:defRPr sz="1200"/>
            </a:lvl8pPr>
            <a:lvl9pPr marL="4887651" indent="0">
              <a:buNone/>
              <a:defRPr sz="12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053A1-DE9F-468E-9F09-DD5DC5BA1446}" type="datetimeFigureOut">
              <a:rPr lang="fr-FR" smtClean="0"/>
              <a:pPr/>
              <a:t>03/01/2024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15A7BF-C4F4-4907-A222-05A5D8F26392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2509203" y="6720840"/>
            <a:ext cx="7680960" cy="793433"/>
          </a:xfrm>
        </p:spPr>
        <p:txBody>
          <a:bodyPr anchor="b"/>
          <a:lstStyle>
            <a:lvl1pPr algn="l">
              <a:defRPr sz="27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2509203" y="857885"/>
            <a:ext cx="7680960" cy="5760720"/>
          </a:xfrm>
        </p:spPr>
        <p:txBody>
          <a:bodyPr/>
          <a:lstStyle>
            <a:lvl1pPr marL="0" indent="0">
              <a:buNone/>
              <a:defRPr sz="4300"/>
            </a:lvl1pPr>
            <a:lvl2pPr marL="610956" indent="0">
              <a:buNone/>
              <a:defRPr sz="3700"/>
            </a:lvl2pPr>
            <a:lvl3pPr marL="1221913" indent="0">
              <a:buNone/>
              <a:defRPr sz="3200"/>
            </a:lvl3pPr>
            <a:lvl4pPr marL="1832869" indent="0">
              <a:buNone/>
              <a:defRPr sz="2700"/>
            </a:lvl4pPr>
            <a:lvl5pPr marL="2443825" indent="0">
              <a:buNone/>
              <a:defRPr sz="2700"/>
            </a:lvl5pPr>
            <a:lvl6pPr marL="3054782" indent="0">
              <a:buNone/>
              <a:defRPr sz="2700"/>
            </a:lvl6pPr>
            <a:lvl7pPr marL="3665738" indent="0">
              <a:buNone/>
              <a:defRPr sz="2700"/>
            </a:lvl7pPr>
            <a:lvl8pPr marL="4276695" indent="0">
              <a:buNone/>
              <a:defRPr sz="2700"/>
            </a:lvl8pPr>
            <a:lvl9pPr marL="4887651" indent="0">
              <a:buNone/>
              <a:defRPr sz="27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2509203" y="7514273"/>
            <a:ext cx="7680960" cy="1126807"/>
          </a:xfrm>
        </p:spPr>
        <p:txBody>
          <a:bodyPr/>
          <a:lstStyle>
            <a:lvl1pPr marL="0" indent="0">
              <a:buNone/>
              <a:defRPr sz="1900"/>
            </a:lvl1pPr>
            <a:lvl2pPr marL="610956" indent="0">
              <a:buNone/>
              <a:defRPr sz="1600"/>
            </a:lvl2pPr>
            <a:lvl3pPr marL="1221913" indent="0">
              <a:buNone/>
              <a:defRPr sz="1300"/>
            </a:lvl3pPr>
            <a:lvl4pPr marL="1832869" indent="0">
              <a:buNone/>
              <a:defRPr sz="1200"/>
            </a:lvl4pPr>
            <a:lvl5pPr marL="2443825" indent="0">
              <a:buNone/>
              <a:defRPr sz="1200"/>
            </a:lvl5pPr>
            <a:lvl6pPr marL="3054782" indent="0">
              <a:buNone/>
              <a:defRPr sz="1200"/>
            </a:lvl6pPr>
            <a:lvl7pPr marL="3665738" indent="0">
              <a:buNone/>
              <a:defRPr sz="1200"/>
            </a:lvl7pPr>
            <a:lvl8pPr marL="4276695" indent="0">
              <a:buNone/>
              <a:defRPr sz="1200"/>
            </a:lvl8pPr>
            <a:lvl9pPr marL="4887651" indent="0">
              <a:buNone/>
              <a:defRPr sz="12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053A1-DE9F-468E-9F09-DD5DC5BA1446}" type="datetimeFigureOut">
              <a:rPr lang="fr-FR" smtClean="0"/>
              <a:pPr/>
              <a:t>03/01/2024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15A7BF-C4F4-4907-A222-05A5D8F26392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053A1-DE9F-468E-9F09-DD5DC5BA1446}" type="datetimeFigureOut">
              <a:rPr lang="fr-FR" smtClean="0"/>
              <a:pPr/>
              <a:t>03/01/2024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15A7BF-C4F4-4907-A222-05A5D8F26392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9281160" y="384495"/>
            <a:ext cx="2880360" cy="819213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40080" y="384495"/>
            <a:ext cx="8427720" cy="819213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053A1-DE9F-468E-9F09-DD5DC5BA1446}" type="datetimeFigureOut">
              <a:rPr lang="fr-FR" smtClean="0"/>
              <a:pPr/>
              <a:t>03/01/2024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15A7BF-C4F4-4907-A222-05A5D8F26392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640080" y="384493"/>
            <a:ext cx="11521440" cy="1600200"/>
          </a:xfrm>
          <a:prstGeom prst="rect">
            <a:avLst/>
          </a:prstGeom>
        </p:spPr>
        <p:txBody>
          <a:bodyPr vert="horz" lIns="122191" tIns="61096" rIns="122191" bIns="61096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640080" y="2240282"/>
            <a:ext cx="11521440" cy="6336348"/>
          </a:xfrm>
          <a:prstGeom prst="rect">
            <a:avLst/>
          </a:prstGeom>
        </p:spPr>
        <p:txBody>
          <a:bodyPr vert="horz" lIns="122191" tIns="61096" rIns="122191" bIns="61096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640080" y="8898892"/>
            <a:ext cx="2987040" cy="511175"/>
          </a:xfrm>
          <a:prstGeom prst="rect">
            <a:avLst/>
          </a:prstGeom>
        </p:spPr>
        <p:txBody>
          <a:bodyPr vert="horz" lIns="122191" tIns="61096" rIns="122191" bIns="61096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C053A1-DE9F-468E-9F09-DD5DC5BA1446}" type="datetimeFigureOut">
              <a:rPr lang="fr-FR" smtClean="0"/>
              <a:pPr/>
              <a:t>03/01/2024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4373880" y="8898892"/>
            <a:ext cx="4053840" cy="511175"/>
          </a:xfrm>
          <a:prstGeom prst="rect">
            <a:avLst/>
          </a:prstGeom>
        </p:spPr>
        <p:txBody>
          <a:bodyPr vert="horz" lIns="122191" tIns="61096" rIns="122191" bIns="61096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9174480" y="8898892"/>
            <a:ext cx="2987040" cy="511175"/>
          </a:xfrm>
          <a:prstGeom prst="rect">
            <a:avLst/>
          </a:prstGeom>
        </p:spPr>
        <p:txBody>
          <a:bodyPr vert="horz" lIns="122191" tIns="61096" rIns="122191" bIns="61096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315A7BF-C4F4-4907-A222-05A5D8F26392}" type="slidenum">
              <a:rPr lang="fr-FR" smtClean="0"/>
              <a:pPr/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1221913" rtl="0" eaLnBrk="1" latinLnBrk="0" hangingPunct="1">
        <a:spcBef>
          <a:spcPct val="0"/>
        </a:spcBef>
        <a:buNone/>
        <a:defRPr sz="59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8217" indent="-458217" algn="l" defTabSz="1221913" rtl="0" eaLnBrk="1" latinLnBrk="0" hangingPunct="1">
        <a:spcBef>
          <a:spcPct val="20000"/>
        </a:spcBef>
        <a:buFont typeface="Arial" pitchFamily="34" charset="0"/>
        <a:buChar char="•"/>
        <a:defRPr sz="4300" kern="1200">
          <a:solidFill>
            <a:schemeClr val="tx1"/>
          </a:solidFill>
          <a:latin typeface="+mn-lt"/>
          <a:ea typeface="+mn-ea"/>
          <a:cs typeface="+mn-cs"/>
        </a:defRPr>
      </a:lvl1pPr>
      <a:lvl2pPr marL="992804" indent="-381848" algn="l" defTabSz="1221913" rtl="0" eaLnBrk="1" latinLnBrk="0" hangingPunct="1">
        <a:spcBef>
          <a:spcPct val="20000"/>
        </a:spcBef>
        <a:buFont typeface="Arial" pitchFamily="34" charset="0"/>
        <a:buChar char="–"/>
        <a:defRPr sz="3700" kern="1200">
          <a:solidFill>
            <a:schemeClr val="tx1"/>
          </a:solidFill>
          <a:latin typeface="+mn-lt"/>
          <a:ea typeface="+mn-ea"/>
          <a:cs typeface="+mn-cs"/>
        </a:defRPr>
      </a:lvl2pPr>
      <a:lvl3pPr marL="1527391" indent="-305478" algn="l" defTabSz="1221913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8347" indent="-305478" algn="l" defTabSz="1221913" rtl="0" eaLnBrk="1" latinLnBrk="0" hangingPunct="1">
        <a:spcBef>
          <a:spcPct val="20000"/>
        </a:spcBef>
        <a:buFont typeface="Arial" pitchFamily="34" charset="0"/>
        <a:buChar char="–"/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2749304" indent="-305478" algn="l" defTabSz="1221913" rtl="0" eaLnBrk="1" latinLnBrk="0" hangingPunct="1">
        <a:spcBef>
          <a:spcPct val="20000"/>
        </a:spcBef>
        <a:buFont typeface="Arial" pitchFamily="34" charset="0"/>
        <a:buChar char="»"/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360260" indent="-305478" algn="l" defTabSz="1221913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3971216" indent="-305478" algn="l" defTabSz="1221913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582173" indent="-305478" algn="l" defTabSz="1221913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193129" indent="-305478" algn="l" defTabSz="1221913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1221913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10956" algn="l" defTabSz="1221913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21913" algn="l" defTabSz="1221913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32869" algn="l" defTabSz="1221913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43825" algn="l" defTabSz="1221913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54782" algn="l" defTabSz="1221913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65738" algn="l" defTabSz="1221913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76695" algn="l" defTabSz="1221913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87651" algn="l" defTabSz="1221913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12" Type="http://schemas.openxmlformats.org/officeDocument/2006/relationships/image" Target="../media/image13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13" Type="http://schemas.openxmlformats.org/officeDocument/2006/relationships/image" Target="../media/image29.pn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12" Type="http://schemas.openxmlformats.org/officeDocument/2006/relationships/image" Target="../media/image28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.png"/><Relationship Id="rId11" Type="http://schemas.openxmlformats.org/officeDocument/2006/relationships/image" Target="../media/image27.png"/><Relationship Id="rId5" Type="http://schemas.openxmlformats.org/officeDocument/2006/relationships/image" Target="../media/image21.png"/><Relationship Id="rId10" Type="http://schemas.openxmlformats.org/officeDocument/2006/relationships/image" Target="../media/image26.png"/><Relationship Id="rId4" Type="http://schemas.openxmlformats.org/officeDocument/2006/relationships/image" Target="../media/image20.png"/><Relationship Id="rId9" Type="http://schemas.openxmlformats.org/officeDocument/2006/relationships/image" Target="../media/image2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png"/><Relationship Id="rId3" Type="http://schemas.openxmlformats.org/officeDocument/2006/relationships/image" Target="../media/image36.png"/><Relationship Id="rId7" Type="http://schemas.openxmlformats.org/officeDocument/2006/relationships/image" Target="../media/image40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4" Type="http://schemas.openxmlformats.org/officeDocument/2006/relationships/image" Target="../media/image37.png"/><Relationship Id="rId9" Type="http://schemas.openxmlformats.org/officeDocument/2006/relationships/image" Target="../media/image2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7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/>
          <p:cNvSpPr txBox="1"/>
          <p:nvPr/>
        </p:nvSpPr>
        <p:spPr>
          <a:xfrm>
            <a:off x="1200113" y="3737219"/>
            <a:ext cx="10101333" cy="1108270"/>
          </a:xfrm>
          <a:prstGeom prst="rect">
            <a:avLst/>
          </a:prstGeom>
          <a:noFill/>
        </p:spPr>
        <p:txBody>
          <a:bodyPr wrap="square" lIns="122191" tIns="61096" rIns="122191" bIns="61096" rtlCol="0">
            <a:spAutoFit/>
          </a:bodyPr>
          <a:lstStyle/>
          <a:p>
            <a:pPr algn="ctr"/>
            <a:r>
              <a:rPr lang="fr-FR" sz="6400" b="1" dirty="0" smtClean="0">
                <a:solidFill>
                  <a:schemeClr val="accent1">
                    <a:lumMod val="75000"/>
                  </a:schemeClr>
                </a:solidFill>
                <a:latin typeface="Roboto"/>
                <a:ea typeface="Roboto Black" pitchFamily="2" charset="0"/>
              </a:rPr>
              <a:t>TAI: Série d’exercices 5</a:t>
            </a:r>
            <a:endParaRPr lang="fr-FR" sz="6400" b="1" dirty="0">
              <a:solidFill>
                <a:schemeClr val="accent1">
                  <a:lumMod val="75000"/>
                </a:schemeClr>
              </a:solidFill>
              <a:latin typeface="Roboto"/>
              <a:ea typeface="Roboto Black" pitchFamily="2" charset="0"/>
            </a:endParaRPr>
          </a:p>
        </p:txBody>
      </p:sp>
      <p:sp>
        <p:nvSpPr>
          <p:cNvPr id="5" name="ZoneTexte 4"/>
          <p:cNvSpPr txBox="1"/>
          <p:nvPr/>
        </p:nvSpPr>
        <p:spPr>
          <a:xfrm>
            <a:off x="3300391" y="8684116"/>
            <a:ext cx="6200818" cy="492717"/>
          </a:xfrm>
          <a:prstGeom prst="rect">
            <a:avLst/>
          </a:prstGeom>
          <a:noFill/>
        </p:spPr>
        <p:txBody>
          <a:bodyPr wrap="square" lIns="122191" tIns="61096" rIns="122191" bIns="61096" rtlCol="0">
            <a:spAutoFit/>
          </a:bodyPr>
          <a:lstStyle/>
          <a:p>
            <a:pPr algn="ctr"/>
            <a:r>
              <a:rPr lang="fr-FR" dirty="0" smtClean="0">
                <a:solidFill>
                  <a:schemeClr val="accent1">
                    <a:lumMod val="75000"/>
                  </a:schemeClr>
                </a:solidFill>
              </a:rPr>
              <a:t>N. </a:t>
            </a:r>
            <a:r>
              <a:rPr lang="fr-FR" dirty="0" err="1" smtClean="0">
                <a:solidFill>
                  <a:schemeClr val="accent1">
                    <a:lumMod val="75000"/>
                  </a:schemeClr>
                </a:solidFill>
              </a:rPr>
              <a:t>Mebtouche</a:t>
            </a:r>
            <a:r>
              <a:rPr lang="fr-FR" dirty="0" smtClean="0">
                <a:solidFill>
                  <a:schemeClr val="accent1">
                    <a:lumMod val="75000"/>
                  </a:schemeClr>
                </a:solidFill>
              </a:rPr>
              <a:t>  Décembre 2023</a:t>
            </a:r>
            <a:endParaRPr lang="fr-FR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-45" y="-33"/>
            <a:ext cx="5700753" cy="615828"/>
          </a:xfrm>
          <a:prstGeom prst="rect">
            <a:avLst/>
          </a:prstGeom>
          <a:noFill/>
        </p:spPr>
        <p:txBody>
          <a:bodyPr wrap="square" lIns="122191" tIns="61096" rIns="122191" bIns="61096" rtlCol="0">
            <a:spAutoFit/>
          </a:bodyPr>
          <a:lstStyle/>
          <a:p>
            <a:pPr marL="458217" indent="-458217"/>
            <a:r>
              <a:rPr lang="fr-FR" sz="3200" b="1" u="sng" dirty="0" smtClean="0">
                <a:solidFill>
                  <a:schemeClr val="accent6"/>
                </a:solidFill>
                <a:latin typeface="Roboto"/>
              </a:rPr>
              <a:t>Exo 1:</a:t>
            </a:r>
            <a:endParaRPr lang="fr-FR" sz="3200" b="1" u="sng" dirty="0">
              <a:solidFill>
                <a:schemeClr val="accent6"/>
              </a:solidFill>
              <a:latin typeface="Roboto"/>
            </a:endParaRPr>
          </a:p>
        </p:txBody>
      </p:sp>
      <p:sp>
        <p:nvSpPr>
          <p:cNvPr id="11" name="ZoneTexte 10"/>
          <p:cNvSpPr txBox="1"/>
          <p:nvPr/>
        </p:nvSpPr>
        <p:spPr>
          <a:xfrm>
            <a:off x="0" y="657196"/>
            <a:ext cx="590073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200" b="1" dirty="0" smtClean="0">
                <a:solidFill>
                  <a:srgbClr val="FF0000"/>
                </a:solidFill>
                <a:latin typeface="Roboto"/>
              </a:rPr>
              <a:t>Rappel du cours</a:t>
            </a:r>
            <a:endParaRPr lang="fr-FR" sz="3200" b="1" dirty="0">
              <a:solidFill>
                <a:srgbClr val="FF0000"/>
              </a:solidFill>
              <a:latin typeface="Roboto"/>
            </a:endParaRPr>
          </a:p>
        </p:txBody>
      </p:sp>
      <p:sp>
        <p:nvSpPr>
          <p:cNvPr id="12" name="ZoneTexte 11"/>
          <p:cNvSpPr txBox="1"/>
          <p:nvPr/>
        </p:nvSpPr>
        <p:spPr>
          <a:xfrm>
            <a:off x="185694" y="1371576"/>
            <a:ext cx="12615906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 smtClean="0">
                <a:latin typeface="Roboto"/>
              </a:rPr>
              <a:t>On a vu les </a:t>
            </a:r>
            <a:r>
              <a:rPr lang="fr-FR" sz="2800" dirty="0" err="1" smtClean="0">
                <a:latin typeface="Roboto"/>
              </a:rPr>
              <a:t>Edges</a:t>
            </a:r>
            <a:r>
              <a:rPr lang="fr-FR" sz="2800" dirty="0" smtClean="0">
                <a:latin typeface="Roboto"/>
              </a:rPr>
              <a:t> et Corners</a:t>
            </a:r>
          </a:p>
          <a:p>
            <a:r>
              <a:rPr lang="fr-FR" sz="2800" dirty="0" smtClean="0">
                <a:latin typeface="Roboto"/>
              </a:rPr>
              <a:t>-&gt; insuffisants pour des images et scènes complexes (exemple détection  d’objets)</a:t>
            </a:r>
            <a:endParaRPr lang="fr-FR" sz="2800" b="1" dirty="0" smtClean="0">
              <a:latin typeface="Roboto"/>
            </a:endParaRPr>
          </a:p>
          <a:p>
            <a:r>
              <a:rPr lang="fr-FR" sz="2800" b="1" dirty="0" smtClean="0">
                <a:solidFill>
                  <a:srgbClr val="00B050"/>
                </a:solidFill>
                <a:latin typeface="Roboto"/>
              </a:rPr>
              <a:t>-&gt; SIFT!</a:t>
            </a:r>
          </a:p>
          <a:p>
            <a:endParaRPr lang="fr-FR" sz="2800" b="1" dirty="0" smtClean="0">
              <a:solidFill>
                <a:srgbClr val="00B050"/>
              </a:solidFill>
              <a:latin typeface="Roboto"/>
            </a:endParaRPr>
          </a:p>
          <a:p>
            <a:r>
              <a:rPr lang="fr-FR" sz="2800" dirty="0" smtClean="0">
                <a:latin typeface="Roboto"/>
              </a:rPr>
              <a:t>Mais avant cela il faut comprendre:</a:t>
            </a:r>
          </a:p>
          <a:p>
            <a:pPr marL="514350" indent="-514350">
              <a:buAutoNum type="arabicPeriod"/>
            </a:pPr>
            <a:r>
              <a:rPr lang="fr-FR" sz="2800" dirty="0" smtClean="0">
                <a:latin typeface="Roboto"/>
              </a:rPr>
              <a:t>Les points d’</a:t>
            </a:r>
            <a:r>
              <a:rPr lang="fr-FR" sz="2800" dirty="0" err="1" smtClean="0">
                <a:latin typeface="Roboto"/>
              </a:rPr>
              <a:t>interets</a:t>
            </a:r>
            <a:endParaRPr lang="fr-FR" sz="2800" dirty="0" smtClean="0">
              <a:latin typeface="Roboto"/>
            </a:endParaRPr>
          </a:p>
          <a:p>
            <a:pPr marL="514350" indent="-514350">
              <a:buAutoNum type="arabicPeriod"/>
            </a:pPr>
            <a:r>
              <a:rPr lang="fr-FR" sz="2800" dirty="0" smtClean="0">
                <a:latin typeface="Roboto"/>
              </a:rPr>
              <a:t>Les blobs</a:t>
            </a:r>
          </a:p>
          <a:p>
            <a:pPr marL="514350" indent="-514350">
              <a:buAutoNum type="arabicPeriod"/>
            </a:pPr>
            <a:r>
              <a:rPr lang="fr-FR" sz="2800" dirty="0" smtClean="0">
                <a:latin typeface="Roboto"/>
              </a:rPr>
              <a:t>Le Détecteur SIFT</a:t>
            </a:r>
          </a:p>
          <a:p>
            <a:pPr marL="514350" indent="-514350">
              <a:buAutoNum type="arabicPeriod"/>
            </a:pPr>
            <a:r>
              <a:rPr lang="fr-FR" sz="2800" dirty="0" smtClean="0">
                <a:latin typeface="Roboto"/>
              </a:rPr>
              <a:t>Le descripteur SIFT</a:t>
            </a:r>
          </a:p>
          <a:p>
            <a:endParaRPr lang="fr-FR" sz="2800" dirty="0" smtClean="0">
              <a:solidFill>
                <a:srgbClr val="00B050"/>
              </a:solidFill>
              <a:latin typeface="Roboto"/>
            </a:endParaRPr>
          </a:p>
        </p:txBody>
      </p:sp>
      <p:pic>
        <p:nvPicPr>
          <p:cNvPr id="3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043610" y="2443146"/>
            <a:ext cx="6400800" cy="2649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5" name="ZoneTexte 14"/>
          <p:cNvSpPr txBox="1"/>
          <p:nvPr/>
        </p:nvSpPr>
        <p:spPr>
          <a:xfrm>
            <a:off x="1900206" y="2267233"/>
            <a:ext cx="300039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 smtClean="0">
                <a:latin typeface="Roboto"/>
              </a:rPr>
              <a:t>-&gt; </a:t>
            </a:r>
            <a:r>
              <a:rPr lang="fr-FR" b="1" dirty="0" err="1" smtClean="0">
                <a:latin typeface="Roboto"/>
              </a:rPr>
              <a:t>matching</a:t>
            </a:r>
            <a:r>
              <a:rPr lang="fr-FR" b="1" dirty="0" smtClean="0">
                <a:latin typeface="Roboto"/>
              </a:rPr>
              <a:t>!</a:t>
            </a:r>
            <a:endParaRPr lang="fr-FR" dirty="0"/>
          </a:p>
        </p:txBody>
      </p:sp>
      <p:pic>
        <p:nvPicPr>
          <p:cNvPr id="5" name="Pictur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8329626" y="5229228"/>
            <a:ext cx="4067175" cy="3495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-45" y="-33"/>
            <a:ext cx="5700753" cy="615828"/>
          </a:xfrm>
          <a:prstGeom prst="rect">
            <a:avLst/>
          </a:prstGeom>
          <a:noFill/>
        </p:spPr>
        <p:txBody>
          <a:bodyPr wrap="square" lIns="122191" tIns="61096" rIns="122191" bIns="61096" rtlCol="0">
            <a:spAutoFit/>
          </a:bodyPr>
          <a:lstStyle/>
          <a:p>
            <a:pPr marL="458217" indent="-458217"/>
            <a:r>
              <a:rPr lang="fr-FR" sz="3200" b="1" u="sng" dirty="0" smtClean="0">
                <a:solidFill>
                  <a:schemeClr val="accent6"/>
                </a:solidFill>
                <a:latin typeface="Roboto"/>
              </a:rPr>
              <a:t>Exo 1:</a:t>
            </a:r>
            <a:endParaRPr lang="fr-FR" sz="3200" b="1" u="sng" dirty="0">
              <a:solidFill>
                <a:schemeClr val="accent6"/>
              </a:solidFill>
              <a:latin typeface="Roboto"/>
            </a:endParaRPr>
          </a:p>
        </p:txBody>
      </p:sp>
      <p:sp>
        <p:nvSpPr>
          <p:cNvPr id="11" name="ZoneTexte 10"/>
          <p:cNvSpPr txBox="1"/>
          <p:nvPr/>
        </p:nvSpPr>
        <p:spPr>
          <a:xfrm>
            <a:off x="0" y="657196"/>
            <a:ext cx="590073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200" b="1" dirty="0" smtClean="0">
                <a:solidFill>
                  <a:srgbClr val="FF0000"/>
                </a:solidFill>
                <a:latin typeface="Roboto"/>
              </a:rPr>
              <a:t>Rappel du cours</a:t>
            </a:r>
            <a:endParaRPr lang="fr-FR" sz="3200" b="1" dirty="0">
              <a:solidFill>
                <a:srgbClr val="FF0000"/>
              </a:solidFill>
              <a:latin typeface="Roboto"/>
            </a:endParaRPr>
          </a:p>
        </p:txBody>
      </p:sp>
      <p:sp>
        <p:nvSpPr>
          <p:cNvPr id="12" name="ZoneTexte 11"/>
          <p:cNvSpPr txBox="1"/>
          <p:nvPr/>
        </p:nvSpPr>
        <p:spPr>
          <a:xfrm>
            <a:off x="114256" y="1228700"/>
            <a:ext cx="12615906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AutoNum type="arabicPeriod"/>
            </a:pPr>
            <a:r>
              <a:rPr lang="fr-FR" sz="2800" dirty="0" smtClean="0">
                <a:latin typeface="Roboto"/>
              </a:rPr>
              <a:t>Les blobs</a:t>
            </a:r>
          </a:p>
          <a:p>
            <a:r>
              <a:rPr lang="fr-FR" sz="2800" dirty="0" smtClean="0">
                <a:latin typeface="Roboto"/>
              </a:rPr>
              <a:t>-&gt;Le localiser déterminer sa taille et son orientation dans une image</a:t>
            </a:r>
          </a:p>
          <a:p>
            <a:r>
              <a:rPr lang="fr-FR" sz="2800" dirty="0" smtClean="0">
                <a:latin typeface="Roboto"/>
              </a:rPr>
              <a:t>Un blob contient des </a:t>
            </a:r>
            <a:r>
              <a:rPr lang="fr-FR" sz="2800" dirty="0" err="1" smtClean="0">
                <a:latin typeface="Roboto"/>
              </a:rPr>
              <a:t>edges</a:t>
            </a:r>
            <a:r>
              <a:rPr lang="fr-FR" sz="2800" dirty="0" smtClean="0">
                <a:latin typeface="Roboto"/>
              </a:rPr>
              <a:t> au tour!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710538" y="14254"/>
            <a:ext cx="4976806" cy="207099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52404" y="2871774"/>
            <a:ext cx="4933950" cy="1000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542915" y="3729030"/>
            <a:ext cx="4429125" cy="790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53" name="Picture 5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5376958" y="3343332"/>
            <a:ext cx="7248525" cy="771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54" name="Picture 6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5481683" y="4129150"/>
            <a:ext cx="7048500" cy="752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55" name="Picture 7"/>
          <p:cNvPicPr>
            <a:picLocks noChangeAspect="1" noChangeArrowheads="1"/>
          </p:cNvPicPr>
          <p:nvPr/>
        </p:nvPicPr>
        <p:blipFill>
          <a:blip r:embed="rId7"/>
          <a:srcRect/>
          <a:stretch>
            <a:fillRect/>
          </a:stretch>
        </p:blipFill>
        <p:spPr bwMode="auto">
          <a:xfrm>
            <a:off x="5267369" y="4914968"/>
            <a:ext cx="7419975" cy="1133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56" name="Picture 8"/>
          <p:cNvPicPr>
            <a:picLocks noChangeAspect="1" noChangeArrowheads="1"/>
          </p:cNvPicPr>
          <p:nvPr/>
        </p:nvPicPr>
        <p:blipFill>
          <a:blip r:embed="rId8"/>
          <a:srcRect/>
          <a:stretch>
            <a:fillRect/>
          </a:stretch>
        </p:blipFill>
        <p:spPr bwMode="auto">
          <a:xfrm>
            <a:off x="4876785" y="6072230"/>
            <a:ext cx="7658100" cy="1133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6" name="ZoneTexte 15"/>
          <p:cNvSpPr txBox="1"/>
          <p:nvPr/>
        </p:nvSpPr>
        <p:spPr>
          <a:xfrm>
            <a:off x="114256" y="5157790"/>
            <a:ext cx="4043346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 smtClean="0">
                <a:latin typeface="Roboto"/>
              </a:rPr>
              <a:t>Pour résoudre le problème du zéro </a:t>
            </a:r>
            <a:r>
              <a:rPr lang="fr-FR" sz="2800" dirty="0" err="1" smtClean="0">
                <a:latin typeface="Roboto"/>
              </a:rPr>
              <a:t>corssing</a:t>
            </a:r>
            <a:r>
              <a:rPr lang="fr-FR" sz="2800" dirty="0" smtClean="0">
                <a:latin typeface="Roboto"/>
              </a:rPr>
              <a:t> </a:t>
            </a:r>
          </a:p>
          <a:p>
            <a:r>
              <a:rPr lang="fr-FR" sz="2800" dirty="0" smtClean="0">
                <a:latin typeface="Roboto"/>
              </a:rPr>
              <a:t>-&gt; amplifier le filtre en multipliant par sigma au carré </a:t>
            </a:r>
          </a:p>
        </p:txBody>
      </p:sp>
      <p:pic>
        <p:nvPicPr>
          <p:cNvPr id="2058" name="Picture 10"/>
          <p:cNvPicPr>
            <a:picLocks noChangeAspect="1" noChangeArrowheads="1"/>
          </p:cNvPicPr>
          <p:nvPr/>
        </p:nvPicPr>
        <p:blipFill>
          <a:blip r:embed="rId9"/>
          <a:srcRect/>
          <a:stretch>
            <a:fillRect/>
          </a:stretch>
        </p:blipFill>
        <p:spPr bwMode="auto">
          <a:xfrm>
            <a:off x="4552989" y="7177111"/>
            <a:ext cx="8039100" cy="981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59" name="Picture 11"/>
          <p:cNvPicPr>
            <a:picLocks noChangeAspect="1" noChangeArrowheads="1"/>
          </p:cNvPicPr>
          <p:nvPr/>
        </p:nvPicPr>
        <p:blipFill>
          <a:blip r:embed="rId10"/>
          <a:srcRect/>
          <a:stretch>
            <a:fillRect/>
          </a:stretch>
        </p:blipFill>
        <p:spPr bwMode="auto">
          <a:xfrm>
            <a:off x="4471974" y="8229633"/>
            <a:ext cx="8153400" cy="1285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9" name="ZoneTexte 18"/>
          <p:cNvSpPr txBox="1"/>
          <p:nvPr/>
        </p:nvSpPr>
        <p:spPr>
          <a:xfrm>
            <a:off x="214314" y="8563660"/>
            <a:ext cx="404334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 smtClean="0">
                <a:latin typeface="Roboto"/>
              </a:rPr>
              <a:t>Sigma plus grand!</a:t>
            </a:r>
          </a:p>
        </p:txBody>
      </p:sp>
      <p:pic>
        <p:nvPicPr>
          <p:cNvPr id="2060" name="Picture 12"/>
          <p:cNvPicPr>
            <a:picLocks noChangeAspect="1" noChangeArrowheads="1"/>
          </p:cNvPicPr>
          <p:nvPr/>
        </p:nvPicPr>
        <p:blipFill>
          <a:blip r:embed="rId11"/>
          <a:srcRect/>
          <a:stretch>
            <a:fillRect/>
          </a:stretch>
        </p:blipFill>
        <p:spPr bwMode="auto">
          <a:xfrm>
            <a:off x="4643482" y="8229624"/>
            <a:ext cx="8115300" cy="1247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61" name="Picture 13"/>
          <p:cNvPicPr>
            <a:picLocks noChangeAspect="1" noChangeArrowheads="1"/>
          </p:cNvPicPr>
          <p:nvPr/>
        </p:nvPicPr>
        <p:blipFill>
          <a:blip r:embed="rId12"/>
          <a:srcRect/>
          <a:stretch>
            <a:fillRect/>
          </a:stretch>
        </p:blipFill>
        <p:spPr bwMode="auto">
          <a:xfrm>
            <a:off x="4471974" y="8158186"/>
            <a:ext cx="8201025" cy="1362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9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-45" y="-33"/>
            <a:ext cx="5700753" cy="615828"/>
          </a:xfrm>
          <a:prstGeom prst="rect">
            <a:avLst/>
          </a:prstGeom>
          <a:noFill/>
        </p:spPr>
        <p:txBody>
          <a:bodyPr wrap="square" lIns="122191" tIns="61096" rIns="122191" bIns="61096" rtlCol="0">
            <a:spAutoFit/>
          </a:bodyPr>
          <a:lstStyle/>
          <a:p>
            <a:pPr marL="458217" indent="-458217"/>
            <a:r>
              <a:rPr lang="fr-FR" sz="3200" b="1" u="sng" dirty="0" smtClean="0">
                <a:solidFill>
                  <a:schemeClr val="accent6"/>
                </a:solidFill>
                <a:latin typeface="Roboto"/>
              </a:rPr>
              <a:t>Exo 1:</a:t>
            </a:r>
            <a:endParaRPr lang="fr-FR" sz="3200" b="1" u="sng" dirty="0">
              <a:solidFill>
                <a:schemeClr val="accent6"/>
              </a:solidFill>
              <a:latin typeface="Roboto"/>
            </a:endParaRP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919707" y="300006"/>
            <a:ext cx="7839075" cy="4772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" name="ZoneTexte 3"/>
          <p:cNvSpPr txBox="1"/>
          <p:nvPr/>
        </p:nvSpPr>
        <p:spPr>
          <a:xfrm>
            <a:off x="0" y="657196"/>
            <a:ext cx="590073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200" b="1" dirty="0" smtClean="0">
                <a:solidFill>
                  <a:srgbClr val="FF0000"/>
                </a:solidFill>
                <a:latin typeface="Roboto"/>
              </a:rPr>
              <a:t>Rappel du cours</a:t>
            </a:r>
            <a:endParaRPr lang="fr-FR" sz="3200" b="1" dirty="0">
              <a:solidFill>
                <a:srgbClr val="FF0000"/>
              </a:solidFill>
              <a:latin typeface="Roboto"/>
            </a:endParaRPr>
          </a:p>
        </p:txBody>
      </p:sp>
      <p:sp>
        <p:nvSpPr>
          <p:cNvPr id="5" name="ZoneTexte 4"/>
          <p:cNvSpPr txBox="1"/>
          <p:nvPr/>
        </p:nvSpPr>
        <p:spPr>
          <a:xfrm>
            <a:off x="142876" y="1300138"/>
            <a:ext cx="404334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 smtClean="0">
                <a:latin typeface="Roboto"/>
              </a:rPr>
              <a:t>Localisation + taille</a:t>
            </a:r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2818" y="3014650"/>
            <a:ext cx="4464486" cy="7858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8" name="ZoneTexte 7"/>
          <p:cNvSpPr txBox="1"/>
          <p:nvPr/>
        </p:nvSpPr>
        <p:spPr>
          <a:xfrm>
            <a:off x="142876" y="1871642"/>
            <a:ext cx="404334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 smtClean="0">
                <a:latin typeface="Roboto"/>
              </a:rPr>
              <a:t>NLOG: </a:t>
            </a:r>
            <a:r>
              <a:rPr lang="fr-FR" sz="2800" dirty="0" err="1" smtClean="0">
                <a:latin typeface="Roboto"/>
              </a:rPr>
              <a:t>normalized</a:t>
            </a:r>
            <a:r>
              <a:rPr lang="fr-FR" sz="2800" dirty="0" smtClean="0">
                <a:latin typeface="Roboto"/>
              </a:rPr>
              <a:t> </a:t>
            </a:r>
            <a:r>
              <a:rPr lang="fr-FR" sz="2800" dirty="0" err="1" smtClean="0">
                <a:latin typeface="Roboto"/>
              </a:rPr>
              <a:t>Laplacian</a:t>
            </a:r>
            <a:r>
              <a:rPr lang="fr-FR" sz="2800" dirty="0" smtClean="0">
                <a:latin typeface="Roboto"/>
              </a:rPr>
              <a:t> of </a:t>
            </a:r>
            <a:r>
              <a:rPr lang="fr-FR" sz="2800" dirty="0" err="1" smtClean="0">
                <a:latin typeface="Roboto"/>
              </a:rPr>
              <a:t>Gaussian</a:t>
            </a:r>
            <a:endParaRPr lang="fr-FR" sz="2800" dirty="0" smtClean="0">
              <a:latin typeface="Roboto"/>
            </a:endParaRPr>
          </a:p>
        </p:txBody>
      </p:sp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5257792" y="7443806"/>
            <a:ext cx="7143800" cy="19914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077" name="Picture 5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5614982" y="5300666"/>
            <a:ext cx="6643734" cy="20103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8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-45" y="-33"/>
            <a:ext cx="5700753" cy="615828"/>
          </a:xfrm>
          <a:prstGeom prst="rect">
            <a:avLst/>
          </a:prstGeom>
          <a:noFill/>
        </p:spPr>
        <p:txBody>
          <a:bodyPr wrap="square" lIns="122191" tIns="61096" rIns="122191" bIns="61096" rtlCol="0">
            <a:spAutoFit/>
          </a:bodyPr>
          <a:lstStyle/>
          <a:p>
            <a:pPr marL="458217" indent="-458217"/>
            <a:r>
              <a:rPr lang="fr-FR" sz="3200" b="1" u="sng" dirty="0" smtClean="0">
                <a:solidFill>
                  <a:schemeClr val="accent6"/>
                </a:solidFill>
                <a:latin typeface="Roboto"/>
              </a:rPr>
              <a:t>Exo 1:</a:t>
            </a:r>
            <a:endParaRPr lang="fr-FR" sz="3200" b="1" u="sng" dirty="0">
              <a:solidFill>
                <a:schemeClr val="accent6"/>
              </a:solidFill>
              <a:latin typeface="Roboto"/>
            </a:endParaRPr>
          </a:p>
        </p:txBody>
      </p:sp>
      <p:sp>
        <p:nvSpPr>
          <p:cNvPr id="4" name="ZoneTexte 3"/>
          <p:cNvSpPr txBox="1"/>
          <p:nvPr/>
        </p:nvSpPr>
        <p:spPr>
          <a:xfrm>
            <a:off x="0" y="657196"/>
            <a:ext cx="590073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200" b="1" dirty="0" smtClean="0">
                <a:solidFill>
                  <a:srgbClr val="FF0000"/>
                </a:solidFill>
                <a:latin typeface="Roboto"/>
              </a:rPr>
              <a:t>Rappel du cours</a:t>
            </a:r>
            <a:endParaRPr lang="fr-FR" sz="3200" b="1" dirty="0">
              <a:solidFill>
                <a:srgbClr val="FF0000"/>
              </a:solidFill>
              <a:latin typeface="Roboto"/>
            </a:endParaRPr>
          </a:p>
        </p:txBody>
      </p:sp>
      <p:sp>
        <p:nvSpPr>
          <p:cNvPr id="5" name="ZoneTexte 4"/>
          <p:cNvSpPr txBox="1"/>
          <p:nvPr/>
        </p:nvSpPr>
        <p:spPr>
          <a:xfrm>
            <a:off x="42818" y="1205546"/>
            <a:ext cx="404334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 smtClean="0">
                <a:latin typeface="Roboto"/>
              </a:rPr>
              <a:t>Détecteur SIFT</a:t>
            </a:r>
          </a:p>
        </p:txBody>
      </p:sp>
      <p:sp>
        <p:nvSpPr>
          <p:cNvPr id="8" name="ZoneTexte 7"/>
          <p:cNvSpPr txBox="1"/>
          <p:nvPr/>
        </p:nvSpPr>
        <p:spPr>
          <a:xfrm>
            <a:off x="142876" y="1871642"/>
            <a:ext cx="668655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 smtClean="0">
                <a:latin typeface="Roboto"/>
              </a:rPr>
              <a:t>DOG une approximation de NLOG</a:t>
            </a: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934360" y="14254"/>
            <a:ext cx="4681546" cy="37163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300278" y="2443146"/>
            <a:ext cx="2743200" cy="371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100" name="Picture 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85694" y="6206206"/>
            <a:ext cx="1900206" cy="17027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101" name="Picture 5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2185958" y="4920322"/>
            <a:ext cx="1714512" cy="41044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102" name="Picture 6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3971908" y="5134636"/>
            <a:ext cx="1928826" cy="3643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103" name="Picture 7"/>
          <p:cNvPicPr>
            <a:picLocks noChangeAspect="1" noChangeArrowheads="1"/>
          </p:cNvPicPr>
          <p:nvPr/>
        </p:nvPicPr>
        <p:blipFill>
          <a:blip r:embed="rId7"/>
          <a:srcRect/>
          <a:stretch>
            <a:fillRect/>
          </a:stretch>
        </p:blipFill>
        <p:spPr bwMode="auto">
          <a:xfrm>
            <a:off x="5972172" y="5563264"/>
            <a:ext cx="3214711" cy="29146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6" name="ZoneTexte 15"/>
          <p:cNvSpPr txBox="1"/>
          <p:nvPr/>
        </p:nvSpPr>
        <p:spPr>
          <a:xfrm>
            <a:off x="2543148" y="8992288"/>
            <a:ext cx="85725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b="1" dirty="0" smtClean="0">
                <a:solidFill>
                  <a:srgbClr val="FF0000"/>
                </a:solidFill>
              </a:rPr>
              <a:t>1</a:t>
            </a:r>
            <a:endParaRPr lang="fr-FR" sz="2800" b="1" dirty="0">
              <a:solidFill>
                <a:srgbClr val="FF0000"/>
              </a:solidFill>
            </a:endParaRPr>
          </a:p>
        </p:txBody>
      </p:sp>
      <p:pic>
        <p:nvPicPr>
          <p:cNvPr id="4104" name="Picture 8"/>
          <p:cNvPicPr>
            <a:picLocks noChangeAspect="1" noChangeArrowheads="1"/>
          </p:cNvPicPr>
          <p:nvPr/>
        </p:nvPicPr>
        <p:blipFill>
          <a:blip r:embed="rId8"/>
          <a:srcRect/>
          <a:stretch>
            <a:fillRect/>
          </a:stretch>
        </p:blipFill>
        <p:spPr bwMode="auto">
          <a:xfrm>
            <a:off x="9415479" y="5634726"/>
            <a:ext cx="3271865" cy="292893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8" name="ZoneTexte 17"/>
          <p:cNvSpPr txBox="1"/>
          <p:nvPr/>
        </p:nvSpPr>
        <p:spPr>
          <a:xfrm>
            <a:off x="4257660" y="8992288"/>
            <a:ext cx="85725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b="1" dirty="0" smtClean="0">
                <a:solidFill>
                  <a:srgbClr val="FF0000"/>
                </a:solidFill>
              </a:rPr>
              <a:t>2</a:t>
            </a:r>
            <a:endParaRPr lang="fr-FR" sz="2800" b="1" dirty="0">
              <a:solidFill>
                <a:srgbClr val="FF0000"/>
              </a:solidFill>
            </a:endParaRPr>
          </a:p>
        </p:txBody>
      </p:sp>
      <p:sp>
        <p:nvSpPr>
          <p:cNvPr id="19" name="ZoneTexte 18"/>
          <p:cNvSpPr txBox="1"/>
          <p:nvPr/>
        </p:nvSpPr>
        <p:spPr>
          <a:xfrm>
            <a:off x="6757990" y="8992288"/>
            <a:ext cx="85725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b="1" dirty="0" smtClean="0">
                <a:solidFill>
                  <a:srgbClr val="FF0000"/>
                </a:solidFill>
              </a:rPr>
              <a:t>3</a:t>
            </a:r>
            <a:endParaRPr lang="fr-FR" sz="2800" b="1" dirty="0">
              <a:solidFill>
                <a:srgbClr val="FF0000"/>
              </a:solidFill>
            </a:endParaRPr>
          </a:p>
        </p:txBody>
      </p:sp>
      <p:sp>
        <p:nvSpPr>
          <p:cNvPr id="20" name="ZoneTexte 19"/>
          <p:cNvSpPr txBox="1"/>
          <p:nvPr/>
        </p:nvSpPr>
        <p:spPr>
          <a:xfrm>
            <a:off x="10044138" y="8992288"/>
            <a:ext cx="85725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b="1" dirty="0" smtClean="0">
                <a:solidFill>
                  <a:srgbClr val="FF0000"/>
                </a:solidFill>
              </a:rPr>
              <a:t>4</a:t>
            </a:r>
            <a:endParaRPr lang="fr-FR" sz="2800" b="1" dirty="0">
              <a:solidFill>
                <a:srgbClr val="FF0000"/>
              </a:solidFill>
            </a:endParaRPr>
          </a:p>
        </p:txBody>
      </p:sp>
      <p:pic>
        <p:nvPicPr>
          <p:cNvPr id="4105" name="Picture 9"/>
          <p:cNvPicPr>
            <a:picLocks noChangeAspect="1" noChangeArrowheads="1"/>
          </p:cNvPicPr>
          <p:nvPr/>
        </p:nvPicPr>
        <p:blipFill>
          <a:blip r:embed="rId9"/>
          <a:srcRect/>
          <a:stretch>
            <a:fillRect/>
          </a:stretch>
        </p:blipFill>
        <p:spPr bwMode="auto">
          <a:xfrm>
            <a:off x="2165810" y="4152902"/>
            <a:ext cx="1734660" cy="5762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107" name="Picture 11"/>
          <p:cNvPicPr>
            <a:picLocks noChangeAspect="1" noChangeArrowheads="1"/>
          </p:cNvPicPr>
          <p:nvPr/>
        </p:nvPicPr>
        <p:blipFill>
          <a:blip r:embed="rId10"/>
          <a:srcRect/>
          <a:stretch>
            <a:fillRect/>
          </a:stretch>
        </p:blipFill>
        <p:spPr bwMode="auto">
          <a:xfrm>
            <a:off x="4448167" y="4443410"/>
            <a:ext cx="809625" cy="447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108" name="Picture 12"/>
          <p:cNvPicPr>
            <a:picLocks noChangeAspect="1" noChangeArrowheads="1"/>
          </p:cNvPicPr>
          <p:nvPr/>
        </p:nvPicPr>
        <p:blipFill>
          <a:blip r:embed="rId11"/>
          <a:srcRect/>
          <a:stretch>
            <a:fillRect/>
          </a:stretch>
        </p:blipFill>
        <p:spPr bwMode="auto">
          <a:xfrm>
            <a:off x="6400800" y="4842672"/>
            <a:ext cx="2000264" cy="60087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109" name="Picture 13"/>
          <p:cNvPicPr>
            <a:picLocks noChangeAspect="1" noChangeArrowheads="1"/>
          </p:cNvPicPr>
          <p:nvPr/>
        </p:nvPicPr>
        <p:blipFill>
          <a:blip r:embed="rId12"/>
          <a:srcRect/>
          <a:stretch>
            <a:fillRect/>
          </a:stretch>
        </p:blipFill>
        <p:spPr bwMode="auto">
          <a:xfrm>
            <a:off x="6829428" y="8515376"/>
            <a:ext cx="2357454" cy="3557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110" name="Picture 14"/>
          <p:cNvPicPr>
            <a:picLocks noChangeAspect="1" noChangeArrowheads="1"/>
          </p:cNvPicPr>
          <p:nvPr/>
        </p:nvPicPr>
        <p:blipFill>
          <a:blip r:embed="rId13"/>
          <a:srcRect/>
          <a:stretch>
            <a:fillRect/>
          </a:stretch>
        </p:blipFill>
        <p:spPr bwMode="auto">
          <a:xfrm>
            <a:off x="9686948" y="4657724"/>
            <a:ext cx="2024067" cy="837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8" grpId="0"/>
      <p:bldP spid="16" grpId="0"/>
      <p:bldP spid="18" grpId="0"/>
      <p:bldP spid="19" grpId="0"/>
      <p:bldP spid="20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-45" y="-33"/>
            <a:ext cx="5700753" cy="615828"/>
          </a:xfrm>
          <a:prstGeom prst="rect">
            <a:avLst/>
          </a:prstGeom>
          <a:noFill/>
        </p:spPr>
        <p:txBody>
          <a:bodyPr wrap="square" lIns="122191" tIns="61096" rIns="122191" bIns="61096" rtlCol="0">
            <a:spAutoFit/>
          </a:bodyPr>
          <a:lstStyle/>
          <a:p>
            <a:pPr marL="458217" indent="-458217"/>
            <a:r>
              <a:rPr lang="fr-FR" sz="3200" b="1" u="sng" dirty="0" smtClean="0">
                <a:solidFill>
                  <a:schemeClr val="accent6"/>
                </a:solidFill>
                <a:latin typeface="Roboto"/>
              </a:rPr>
              <a:t>Exo 1:</a:t>
            </a:r>
            <a:endParaRPr lang="fr-FR" sz="3200" b="1" u="sng" dirty="0">
              <a:solidFill>
                <a:schemeClr val="accent6"/>
              </a:solidFill>
              <a:latin typeface="Roboto"/>
            </a:endParaRPr>
          </a:p>
        </p:txBody>
      </p:sp>
      <p:sp>
        <p:nvSpPr>
          <p:cNvPr id="3" name="ZoneTexte 2"/>
          <p:cNvSpPr txBox="1"/>
          <p:nvPr/>
        </p:nvSpPr>
        <p:spPr>
          <a:xfrm>
            <a:off x="0" y="657196"/>
            <a:ext cx="590073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200" b="1" dirty="0" smtClean="0">
                <a:solidFill>
                  <a:srgbClr val="FF0000"/>
                </a:solidFill>
                <a:latin typeface="Roboto"/>
              </a:rPr>
              <a:t>Rappel du cours</a:t>
            </a:r>
            <a:endParaRPr lang="fr-FR" sz="3200" b="1" dirty="0">
              <a:solidFill>
                <a:srgbClr val="FF0000"/>
              </a:solidFill>
              <a:latin typeface="Roboto"/>
            </a:endParaRPr>
          </a:p>
        </p:txBody>
      </p:sp>
      <p:sp>
        <p:nvSpPr>
          <p:cNvPr id="4" name="ZoneTexte 3"/>
          <p:cNvSpPr txBox="1"/>
          <p:nvPr/>
        </p:nvSpPr>
        <p:spPr>
          <a:xfrm>
            <a:off x="42818" y="1205546"/>
            <a:ext cx="404334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 smtClean="0">
                <a:latin typeface="Roboto"/>
              </a:rPr>
              <a:t>Descripteur SIFT</a:t>
            </a:r>
          </a:p>
        </p:txBody>
      </p:sp>
      <p:sp>
        <p:nvSpPr>
          <p:cNvPr id="5" name="ZoneTexte 4"/>
          <p:cNvSpPr txBox="1"/>
          <p:nvPr/>
        </p:nvSpPr>
        <p:spPr>
          <a:xfrm>
            <a:off x="142876" y="1657328"/>
            <a:ext cx="1190152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 smtClean="0">
                <a:latin typeface="Roboto"/>
              </a:rPr>
              <a:t>On a trouvé les points d’</a:t>
            </a:r>
            <a:r>
              <a:rPr lang="fr-FR" sz="2800" dirty="0" err="1" smtClean="0">
                <a:latin typeface="Roboto"/>
              </a:rPr>
              <a:t>intérets</a:t>
            </a:r>
            <a:r>
              <a:rPr lang="fr-FR" sz="2800" dirty="0" smtClean="0">
                <a:latin typeface="Roboto"/>
              </a:rPr>
              <a:t> avec SIFT et on a leur postions et tailles</a:t>
            </a: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543676" y="2371708"/>
            <a:ext cx="5838825" cy="2247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2818" y="3586154"/>
            <a:ext cx="2847975" cy="2762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8" name="ZoneTexte 7"/>
          <p:cNvSpPr txBox="1"/>
          <p:nvPr/>
        </p:nvSpPr>
        <p:spPr>
          <a:xfrm>
            <a:off x="142876" y="2201159"/>
            <a:ext cx="3829032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fr-FR" sz="2800" dirty="0" smtClean="0">
                <a:latin typeface="Roboto"/>
              </a:rPr>
              <a:t>On va calculer les gradients de chaque blob</a:t>
            </a:r>
            <a:endParaRPr lang="fr-FR" sz="2800" dirty="0">
              <a:latin typeface="Roboto"/>
            </a:endParaRPr>
          </a:p>
        </p:txBody>
      </p:sp>
      <p:pic>
        <p:nvPicPr>
          <p:cNvPr id="5124" name="Picture 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3105107" y="3919512"/>
            <a:ext cx="2687879" cy="21907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125" name="Picture 5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461901" y="6348404"/>
            <a:ext cx="5214974" cy="200753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127" name="Picture 7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6257924" y="4800600"/>
            <a:ext cx="6215106" cy="41782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-45" y="-33"/>
            <a:ext cx="5700753" cy="615828"/>
          </a:xfrm>
          <a:prstGeom prst="rect">
            <a:avLst/>
          </a:prstGeom>
          <a:noFill/>
        </p:spPr>
        <p:txBody>
          <a:bodyPr wrap="square" lIns="122191" tIns="61096" rIns="122191" bIns="61096" rtlCol="0">
            <a:spAutoFit/>
          </a:bodyPr>
          <a:lstStyle/>
          <a:p>
            <a:pPr marL="458217" indent="-458217"/>
            <a:r>
              <a:rPr lang="fr-FR" sz="3200" b="1" u="sng" dirty="0" smtClean="0">
                <a:solidFill>
                  <a:schemeClr val="accent6"/>
                </a:solidFill>
                <a:latin typeface="Roboto"/>
              </a:rPr>
              <a:t>Exo 1:</a:t>
            </a:r>
            <a:endParaRPr lang="fr-FR" sz="3200" b="1" u="sng" dirty="0">
              <a:solidFill>
                <a:schemeClr val="accent6"/>
              </a:solidFill>
              <a:latin typeface="Roboto"/>
            </a:endParaRPr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543016" y="0"/>
            <a:ext cx="11258584" cy="8715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graphicFrame>
        <p:nvGraphicFramePr>
          <p:cNvPr id="4" name="Tableau 3"/>
          <p:cNvGraphicFramePr>
            <a:graphicFrameLocks noGrp="1"/>
          </p:cNvGraphicFramePr>
          <p:nvPr/>
        </p:nvGraphicFramePr>
        <p:xfrm>
          <a:off x="257132" y="3086086"/>
          <a:ext cx="2052624" cy="22145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3156"/>
                <a:gridCol w="513156"/>
                <a:gridCol w="513156"/>
                <a:gridCol w="513156"/>
              </a:tblGrid>
              <a:tr h="553645"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25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22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20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17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53645"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25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28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19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17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53645"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20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19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19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17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53645"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15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15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15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15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9" name="Tableau 8"/>
          <p:cNvGraphicFramePr>
            <a:graphicFrameLocks noGrp="1"/>
          </p:cNvGraphicFramePr>
          <p:nvPr/>
        </p:nvGraphicFramePr>
        <p:xfrm>
          <a:off x="2776540" y="3086086"/>
          <a:ext cx="2052624" cy="22145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3156"/>
                <a:gridCol w="513156"/>
                <a:gridCol w="513156"/>
                <a:gridCol w="513156"/>
              </a:tblGrid>
              <a:tr h="553645"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25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20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20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16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53645"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25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30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19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16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53645"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19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17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19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16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53645"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13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13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14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14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10" name="Tableau 9"/>
          <p:cNvGraphicFramePr>
            <a:graphicFrameLocks noGrp="1"/>
          </p:cNvGraphicFramePr>
          <p:nvPr/>
        </p:nvGraphicFramePr>
        <p:xfrm>
          <a:off x="5348308" y="3086086"/>
          <a:ext cx="2052624" cy="22145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3156"/>
                <a:gridCol w="513156"/>
                <a:gridCol w="513156"/>
                <a:gridCol w="513156"/>
              </a:tblGrid>
              <a:tr h="553645"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24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18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20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14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53645"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25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32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19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15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53645"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18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16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19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14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53645"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12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12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13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13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11" name="Tableau 10"/>
          <p:cNvGraphicFramePr>
            <a:graphicFrameLocks noGrp="1"/>
          </p:cNvGraphicFramePr>
          <p:nvPr/>
        </p:nvGraphicFramePr>
        <p:xfrm>
          <a:off x="7920076" y="3086086"/>
          <a:ext cx="2052624" cy="22145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3156"/>
                <a:gridCol w="513156"/>
                <a:gridCol w="513156"/>
                <a:gridCol w="513156"/>
              </a:tblGrid>
              <a:tr h="553645"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22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15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20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12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53645"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24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35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18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14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53645"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16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16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18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13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53645"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11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11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11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12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12" name="Tableau 11"/>
          <p:cNvGraphicFramePr>
            <a:graphicFrameLocks noGrp="1"/>
          </p:cNvGraphicFramePr>
          <p:nvPr/>
        </p:nvGraphicFramePr>
        <p:xfrm>
          <a:off x="10420406" y="3086086"/>
          <a:ext cx="2052624" cy="22145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3156"/>
                <a:gridCol w="513156"/>
                <a:gridCol w="513156"/>
                <a:gridCol w="513156"/>
              </a:tblGrid>
              <a:tr h="553645">
                <a:tc>
                  <a:txBody>
                    <a:bodyPr/>
                    <a:lstStyle/>
                    <a:p>
                      <a:pPr algn="ctr"/>
                      <a:r>
                        <a:rPr lang="fr-FR" sz="2000" b="0" i="0" dirty="0" smtClean="0">
                          <a:solidFill>
                            <a:schemeClr val="tx1"/>
                          </a:solidFill>
                        </a:rPr>
                        <a:t>20</a:t>
                      </a:r>
                      <a:endParaRPr lang="fr-FR" sz="2000" b="0" i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0" i="0" dirty="0" smtClean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fr-FR" sz="2000" b="0" i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0" i="0" dirty="0" smtClean="0">
                          <a:solidFill>
                            <a:schemeClr val="tx1"/>
                          </a:solidFill>
                        </a:rPr>
                        <a:t>20</a:t>
                      </a:r>
                      <a:endParaRPr lang="fr-FR" sz="2000" b="0" i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0" i="0" dirty="0" smtClean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fr-FR" sz="2000" b="0" i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53645">
                <a:tc>
                  <a:txBody>
                    <a:bodyPr/>
                    <a:lstStyle/>
                    <a:p>
                      <a:pPr algn="ctr"/>
                      <a:r>
                        <a:rPr lang="fr-FR" sz="2000" b="0" i="0" dirty="0" smtClean="0">
                          <a:solidFill>
                            <a:schemeClr val="tx1"/>
                          </a:solidFill>
                        </a:rPr>
                        <a:t>20</a:t>
                      </a:r>
                      <a:endParaRPr lang="fr-FR" sz="2000" b="0" i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0" i="0" dirty="0" smtClean="0">
                          <a:solidFill>
                            <a:schemeClr val="tx1"/>
                          </a:solidFill>
                        </a:rPr>
                        <a:t>37</a:t>
                      </a:r>
                      <a:endParaRPr lang="fr-FR" sz="2000" b="0" i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0" i="0" dirty="0" smtClean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fr-FR" sz="2000" b="0" i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0" i="0" dirty="0" smtClean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fr-FR" sz="2000" b="0" i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53645">
                <a:tc>
                  <a:txBody>
                    <a:bodyPr/>
                    <a:lstStyle/>
                    <a:p>
                      <a:pPr algn="ctr"/>
                      <a:r>
                        <a:rPr lang="fr-FR" sz="2000" b="0" i="0" dirty="0" smtClean="0">
                          <a:solidFill>
                            <a:schemeClr val="tx1"/>
                          </a:solidFill>
                        </a:rPr>
                        <a:t>16</a:t>
                      </a:r>
                      <a:endParaRPr lang="fr-FR" sz="2000" b="0" i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0" i="0" dirty="0" smtClean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fr-FR" sz="2000" b="0" i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0" i="0" dirty="0" smtClean="0">
                          <a:solidFill>
                            <a:schemeClr val="tx1"/>
                          </a:solidFill>
                        </a:rPr>
                        <a:t>20</a:t>
                      </a:r>
                      <a:endParaRPr lang="fr-FR" sz="2000" b="0" i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0" i="0" dirty="0" smtClean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fr-FR" sz="2000" b="0" i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53645">
                <a:tc>
                  <a:txBody>
                    <a:bodyPr/>
                    <a:lstStyle/>
                    <a:p>
                      <a:pPr algn="ctr"/>
                      <a:r>
                        <a:rPr lang="fr-FR" sz="2000" b="0" i="0" dirty="0" smtClean="0">
                          <a:solidFill>
                            <a:schemeClr val="tx1"/>
                          </a:solidFill>
                        </a:rPr>
                        <a:t>12</a:t>
                      </a:r>
                      <a:endParaRPr lang="fr-FR" sz="2000" b="0" i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0" i="0" dirty="0" smtClean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fr-FR" sz="2000" b="0" i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0" i="0" dirty="0" smtClean="0">
                          <a:solidFill>
                            <a:schemeClr val="tx1"/>
                          </a:solidFill>
                        </a:rPr>
                        <a:t>9</a:t>
                      </a:r>
                      <a:endParaRPr lang="fr-FR" sz="2000" b="0" i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0" i="0" dirty="0" smtClean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fr-FR" sz="2000" b="0" i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2818" y="871510"/>
            <a:ext cx="12658724" cy="15716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4" name="Rectangle à coins arrondis 23"/>
          <p:cNvSpPr/>
          <p:nvPr/>
        </p:nvSpPr>
        <p:spPr>
          <a:xfrm>
            <a:off x="3971908" y="871510"/>
            <a:ext cx="857256" cy="500066"/>
          </a:xfrm>
          <a:prstGeom prst="roundRect">
            <a:avLst/>
          </a:prstGeom>
          <a:solidFill>
            <a:srgbClr val="00B0F0">
              <a:alpha val="3490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5" name="Rectangle à coins arrondis 24"/>
          <p:cNvSpPr/>
          <p:nvPr/>
        </p:nvSpPr>
        <p:spPr>
          <a:xfrm>
            <a:off x="8543940" y="871510"/>
            <a:ext cx="4257660" cy="500066"/>
          </a:xfrm>
          <a:prstGeom prst="roundRect">
            <a:avLst/>
          </a:prstGeom>
          <a:solidFill>
            <a:srgbClr val="00B0F0">
              <a:alpha val="3490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6" name="Rectangle à coins arrondis 25"/>
          <p:cNvSpPr/>
          <p:nvPr/>
        </p:nvSpPr>
        <p:spPr>
          <a:xfrm>
            <a:off x="0" y="1300138"/>
            <a:ext cx="1900206" cy="571504"/>
          </a:xfrm>
          <a:prstGeom prst="roundRect">
            <a:avLst/>
          </a:prstGeom>
          <a:solidFill>
            <a:srgbClr val="00B0F0">
              <a:alpha val="3490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7" name="Rectangle à coins arrondis 26"/>
          <p:cNvSpPr/>
          <p:nvPr/>
        </p:nvSpPr>
        <p:spPr>
          <a:xfrm>
            <a:off x="2686024" y="1371576"/>
            <a:ext cx="6643734" cy="500066"/>
          </a:xfrm>
          <a:prstGeom prst="roundRect">
            <a:avLst/>
          </a:prstGeom>
          <a:solidFill>
            <a:srgbClr val="00B0F0">
              <a:alpha val="3490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6148" name="Picture 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828636" y="2509091"/>
            <a:ext cx="657227" cy="5055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149" name="Picture 5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3471842" y="2657460"/>
            <a:ext cx="547690" cy="2875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150" name="Picture 6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6115048" y="2586022"/>
            <a:ext cx="565864" cy="5000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151" name="Picture 7"/>
          <p:cNvPicPr>
            <a:picLocks noChangeAspect="1" noChangeArrowheads="1"/>
          </p:cNvPicPr>
          <p:nvPr/>
        </p:nvPicPr>
        <p:blipFill>
          <a:blip r:embed="rId7"/>
          <a:srcRect/>
          <a:stretch>
            <a:fillRect/>
          </a:stretch>
        </p:blipFill>
        <p:spPr bwMode="auto">
          <a:xfrm>
            <a:off x="8686819" y="2659049"/>
            <a:ext cx="571501" cy="3556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152" name="Picture 8"/>
          <p:cNvPicPr>
            <a:picLocks noChangeAspect="1" noChangeArrowheads="1"/>
          </p:cNvPicPr>
          <p:nvPr/>
        </p:nvPicPr>
        <p:blipFill>
          <a:blip r:embed="rId8"/>
          <a:srcRect/>
          <a:stretch>
            <a:fillRect/>
          </a:stretch>
        </p:blipFill>
        <p:spPr bwMode="auto">
          <a:xfrm>
            <a:off x="11187146" y="2572895"/>
            <a:ext cx="495301" cy="4417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graphicFrame>
        <p:nvGraphicFramePr>
          <p:cNvPr id="33" name="Tableau 32"/>
          <p:cNvGraphicFramePr>
            <a:graphicFrameLocks noGrp="1"/>
          </p:cNvGraphicFramePr>
          <p:nvPr/>
        </p:nvGraphicFramePr>
        <p:xfrm>
          <a:off x="1685892" y="6657986"/>
          <a:ext cx="2052624" cy="22145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3156"/>
                <a:gridCol w="513156"/>
                <a:gridCol w="513156"/>
                <a:gridCol w="513156"/>
              </a:tblGrid>
              <a:tr h="553645"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53645"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-2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53645"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53645"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37" name="Tableau 36"/>
          <p:cNvGraphicFramePr>
            <a:graphicFrameLocks noGrp="1"/>
          </p:cNvGraphicFramePr>
          <p:nvPr/>
        </p:nvGraphicFramePr>
        <p:xfrm>
          <a:off x="4257660" y="6657986"/>
          <a:ext cx="2052624" cy="22145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3156"/>
                <a:gridCol w="513156"/>
                <a:gridCol w="513156"/>
                <a:gridCol w="513156"/>
              </a:tblGrid>
              <a:tr h="553645"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53645"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-2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53645"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53645"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39" name="Tableau 38"/>
          <p:cNvGraphicFramePr>
            <a:graphicFrameLocks noGrp="1"/>
          </p:cNvGraphicFramePr>
          <p:nvPr/>
        </p:nvGraphicFramePr>
        <p:xfrm>
          <a:off x="6972304" y="6657986"/>
          <a:ext cx="2052624" cy="22145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3156"/>
                <a:gridCol w="513156"/>
                <a:gridCol w="513156"/>
                <a:gridCol w="513156"/>
              </a:tblGrid>
              <a:tr h="553645"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53645"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-3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53645"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53645"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41" name="Tableau 40"/>
          <p:cNvGraphicFramePr>
            <a:graphicFrameLocks noGrp="1"/>
          </p:cNvGraphicFramePr>
          <p:nvPr/>
        </p:nvGraphicFramePr>
        <p:xfrm>
          <a:off x="9686948" y="6657986"/>
          <a:ext cx="2052624" cy="22145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3156"/>
                <a:gridCol w="513156"/>
                <a:gridCol w="513156"/>
                <a:gridCol w="513156"/>
              </a:tblGrid>
              <a:tr h="553645"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53645"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-2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53645"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-2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53645"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grpSp>
        <p:nvGrpSpPr>
          <p:cNvPr id="47" name="Groupe 46"/>
          <p:cNvGrpSpPr/>
          <p:nvPr/>
        </p:nvGrpSpPr>
        <p:grpSpPr>
          <a:xfrm>
            <a:off x="1400140" y="5372103"/>
            <a:ext cx="2143141" cy="928695"/>
            <a:chOff x="1400140" y="5372103"/>
            <a:chExt cx="2143141" cy="928695"/>
          </a:xfrm>
        </p:grpSpPr>
        <p:sp>
          <p:nvSpPr>
            <p:cNvPr id="36" name="Ellipse 35"/>
            <p:cNvSpPr/>
            <p:nvPr/>
          </p:nvSpPr>
          <p:spPr>
            <a:xfrm>
              <a:off x="2185958" y="5872170"/>
              <a:ext cx="500066" cy="42862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dirty="0" smtClean="0"/>
                <a:t>-</a:t>
              </a:r>
              <a:endParaRPr lang="fr-FR" dirty="0"/>
            </a:p>
          </p:txBody>
        </p:sp>
        <p:cxnSp>
          <p:nvCxnSpPr>
            <p:cNvPr id="44" name="Connecteur droit avec flèche 43"/>
            <p:cNvCxnSpPr>
              <a:endCxn id="36" idx="1"/>
            </p:cNvCxnSpPr>
            <p:nvPr/>
          </p:nvCxnSpPr>
          <p:spPr>
            <a:xfrm>
              <a:off x="1400140" y="5372104"/>
              <a:ext cx="859051" cy="562837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Connecteur droit avec flèche 45"/>
            <p:cNvCxnSpPr>
              <a:endCxn id="36" idx="7"/>
            </p:cNvCxnSpPr>
            <p:nvPr/>
          </p:nvCxnSpPr>
          <p:spPr>
            <a:xfrm rot="10800000" flipV="1">
              <a:off x="2612792" y="5372103"/>
              <a:ext cx="930489" cy="562837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8" name="Groupe 47"/>
          <p:cNvGrpSpPr/>
          <p:nvPr/>
        </p:nvGrpSpPr>
        <p:grpSpPr>
          <a:xfrm>
            <a:off x="4043345" y="5443542"/>
            <a:ext cx="2143141" cy="928695"/>
            <a:chOff x="1400140" y="5372103"/>
            <a:chExt cx="2143141" cy="928695"/>
          </a:xfrm>
        </p:grpSpPr>
        <p:sp>
          <p:nvSpPr>
            <p:cNvPr id="49" name="Ellipse 48"/>
            <p:cNvSpPr/>
            <p:nvPr/>
          </p:nvSpPr>
          <p:spPr>
            <a:xfrm>
              <a:off x="2185958" y="5872170"/>
              <a:ext cx="500066" cy="42862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dirty="0" smtClean="0"/>
                <a:t>-</a:t>
              </a:r>
              <a:endParaRPr lang="fr-FR" dirty="0"/>
            </a:p>
          </p:txBody>
        </p:sp>
        <p:cxnSp>
          <p:nvCxnSpPr>
            <p:cNvPr id="50" name="Connecteur droit avec flèche 49"/>
            <p:cNvCxnSpPr>
              <a:endCxn id="49" idx="1"/>
            </p:cNvCxnSpPr>
            <p:nvPr/>
          </p:nvCxnSpPr>
          <p:spPr>
            <a:xfrm>
              <a:off x="1400140" y="5372104"/>
              <a:ext cx="859051" cy="562837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Connecteur droit avec flèche 50"/>
            <p:cNvCxnSpPr>
              <a:endCxn id="49" idx="7"/>
            </p:cNvCxnSpPr>
            <p:nvPr/>
          </p:nvCxnSpPr>
          <p:spPr>
            <a:xfrm rot="10800000" flipV="1">
              <a:off x="2612792" y="5372103"/>
              <a:ext cx="930489" cy="562837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2" name="Groupe 51"/>
          <p:cNvGrpSpPr/>
          <p:nvPr/>
        </p:nvGrpSpPr>
        <p:grpSpPr>
          <a:xfrm>
            <a:off x="6686551" y="5443542"/>
            <a:ext cx="2143141" cy="928695"/>
            <a:chOff x="1400140" y="5372103"/>
            <a:chExt cx="2143141" cy="928695"/>
          </a:xfrm>
        </p:grpSpPr>
        <p:sp>
          <p:nvSpPr>
            <p:cNvPr id="53" name="Ellipse 52"/>
            <p:cNvSpPr/>
            <p:nvPr/>
          </p:nvSpPr>
          <p:spPr>
            <a:xfrm>
              <a:off x="2185958" y="5872170"/>
              <a:ext cx="500066" cy="42862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dirty="0" smtClean="0"/>
                <a:t>-</a:t>
              </a:r>
              <a:endParaRPr lang="fr-FR" dirty="0"/>
            </a:p>
          </p:txBody>
        </p:sp>
        <p:cxnSp>
          <p:nvCxnSpPr>
            <p:cNvPr id="54" name="Connecteur droit avec flèche 53"/>
            <p:cNvCxnSpPr>
              <a:endCxn id="53" idx="1"/>
            </p:cNvCxnSpPr>
            <p:nvPr/>
          </p:nvCxnSpPr>
          <p:spPr>
            <a:xfrm>
              <a:off x="1400140" y="5372104"/>
              <a:ext cx="859051" cy="562837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Connecteur droit avec flèche 54"/>
            <p:cNvCxnSpPr>
              <a:endCxn id="53" idx="7"/>
            </p:cNvCxnSpPr>
            <p:nvPr/>
          </p:nvCxnSpPr>
          <p:spPr>
            <a:xfrm rot="10800000" flipV="1">
              <a:off x="2612792" y="5372103"/>
              <a:ext cx="930489" cy="562837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6" name="Groupe 55"/>
          <p:cNvGrpSpPr/>
          <p:nvPr/>
        </p:nvGrpSpPr>
        <p:grpSpPr>
          <a:xfrm>
            <a:off x="9401195" y="5443542"/>
            <a:ext cx="2143141" cy="928695"/>
            <a:chOff x="1400140" y="5372103"/>
            <a:chExt cx="2143141" cy="928695"/>
          </a:xfrm>
        </p:grpSpPr>
        <p:sp>
          <p:nvSpPr>
            <p:cNvPr id="57" name="Ellipse 56"/>
            <p:cNvSpPr/>
            <p:nvPr/>
          </p:nvSpPr>
          <p:spPr>
            <a:xfrm>
              <a:off x="2185958" y="5872170"/>
              <a:ext cx="500066" cy="42862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dirty="0" smtClean="0"/>
                <a:t>-</a:t>
              </a:r>
              <a:endParaRPr lang="fr-FR" dirty="0"/>
            </a:p>
          </p:txBody>
        </p:sp>
        <p:cxnSp>
          <p:nvCxnSpPr>
            <p:cNvPr id="58" name="Connecteur droit avec flèche 57"/>
            <p:cNvCxnSpPr>
              <a:endCxn id="57" idx="1"/>
            </p:cNvCxnSpPr>
            <p:nvPr/>
          </p:nvCxnSpPr>
          <p:spPr>
            <a:xfrm>
              <a:off x="1400140" y="5372104"/>
              <a:ext cx="859051" cy="562837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Connecteur droit avec flèche 58"/>
            <p:cNvCxnSpPr>
              <a:endCxn id="57" idx="7"/>
            </p:cNvCxnSpPr>
            <p:nvPr/>
          </p:nvCxnSpPr>
          <p:spPr>
            <a:xfrm rot="10800000" flipV="1">
              <a:off x="2612792" y="5372103"/>
              <a:ext cx="930489" cy="562837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60" name="Picture 11"/>
          <p:cNvPicPr>
            <a:picLocks noChangeAspect="1" noChangeArrowheads="1"/>
          </p:cNvPicPr>
          <p:nvPr/>
        </p:nvPicPr>
        <p:blipFill>
          <a:blip r:embed="rId9"/>
          <a:srcRect/>
          <a:stretch>
            <a:fillRect/>
          </a:stretch>
        </p:blipFill>
        <p:spPr bwMode="auto">
          <a:xfrm>
            <a:off x="542884" y="7496197"/>
            <a:ext cx="809625" cy="447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1" name="ZoneTexte 60"/>
          <p:cNvSpPr txBox="1"/>
          <p:nvPr/>
        </p:nvSpPr>
        <p:spPr>
          <a:xfrm>
            <a:off x="0" y="8158186"/>
            <a:ext cx="175733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/>
              <a:t>Espace d’échelles (</a:t>
            </a:r>
            <a:r>
              <a:rPr lang="fr-FR" dirty="0" err="1" smtClean="0"/>
              <a:t>scale</a:t>
            </a:r>
            <a:r>
              <a:rPr lang="fr-FR" dirty="0" smtClean="0"/>
              <a:t>)</a:t>
            </a:r>
            <a:endParaRPr lang="fr-FR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/>
      <p:bldP spid="25" grpId="0" animBg="1"/>
      <p:bldP spid="26" grpId="0" animBg="1"/>
      <p:bldP spid="27" grpId="0" animBg="1"/>
      <p:bldP spid="61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-45" y="-33"/>
            <a:ext cx="5700753" cy="615828"/>
          </a:xfrm>
          <a:prstGeom prst="rect">
            <a:avLst/>
          </a:prstGeom>
          <a:noFill/>
        </p:spPr>
        <p:txBody>
          <a:bodyPr wrap="square" lIns="122191" tIns="61096" rIns="122191" bIns="61096" rtlCol="0">
            <a:spAutoFit/>
          </a:bodyPr>
          <a:lstStyle/>
          <a:p>
            <a:pPr marL="458217" indent="-458217"/>
            <a:r>
              <a:rPr lang="fr-FR" sz="3200" b="1" u="sng" dirty="0" smtClean="0">
                <a:solidFill>
                  <a:schemeClr val="accent6"/>
                </a:solidFill>
                <a:latin typeface="Roboto"/>
              </a:rPr>
              <a:t>Exo 1:</a:t>
            </a:r>
            <a:endParaRPr lang="fr-FR" sz="3200" b="1" u="sng" dirty="0">
              <a:solidFill>
                <a:schemeClr val="accent6"/>
              </a:solidFill>
              <a:latin typeface="Roboto"/>
            </a:endParaRPr>
          </a:p>
        </p:txBody>
      </p:sp>
      <p:graphicFrame>
        <p:nvGraphicFramePr>
          <p:cNvPr id="3" name="Tableau 2"/>
          <p:cNvGraphicFramePr>
            <a:graphicFrameLocks noGrp="1"/>
          </p:cNvGraphicFramePr>
          <p:nvPr/>
        </p:nvGraphicFramePr>
        <p:xfrm>
          <a:off x="1490656" y="942948"/>
          <a:ext cx="2052624" cy="22145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3156"/>
                <a:gridCol w="513156"/>
                <a:gridCol w="513156"/>
                <a:gridCol w="513156"/>
              </a:tblGrid>
              <a:tr h="553645"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53645"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-2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53645"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53645"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4" name="Tableau 3"/>
          <p:cNvGraphicFramePr>
            <a:graphicFrameLocks noGrp="1"/>
          </p:cNvGraphicFramePr>
          <p:nvPr/>
        </p:nvGraphicFramePr>
        <p:xfrm>
          <a:off x="4062424" y="942948"/>
          <a:ext cx="2052624" cy="22145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3156"/>
                <a:gridCol w="513156"/>
                <a:gridCol w="513156"/>
                <a:gridCol w="513156"/>
              </a:tblGrid>
              <a:tr h="553645"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53645"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-2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53645"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53645"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5" name="Tableau 4"/>
          <p:cNvGraphicFramePr>
            <a:graphicFrameLocks noGrp="1"/>
          </p:cNvGraphicFramePr>
          <p:nvPr/>
        </p:nvGraphicFramePr>
        <p:xfrm>
          <a:off x="6777068" y="942948"/>
          <a:ext cx="2052624" cy="22145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3156"/>
                <a:gridCol w="513156"/>
                <a:gridCol w="513156"/>
                <a:gridCol w="513156"/>
              </a:tblGrid>
              <a:tr h="553645"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53645"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-3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53645"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53645"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6" name="Tableau 5"/>
          <p:cNvGraphicFramePr>
            <a:graphicFrameLocks noGrp="1"/>
          </p:cNvGraphicFramePr>
          <p:nvPr/>
        </p:nvGraphicFramePr>
        <p:xfrm>
          <a:off x="9491712" y="942948"/>
          <a:ext cx="2052624" cy="22145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3156"/>
                <a:gridCol w="513156"/>
                <a:gridCol w="513156"/>
                <a:gridCol w="513156"/>
              </a:tblGrid>
              <a:tr h="553645"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53645"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-2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53645"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-2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53645"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pic>
        <p:nvPicPr>
          <p:cNvPr id="7" name="Picture 11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47648" y="1781159"/>
            <a:ext cx="809625" cy="447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graphicFrame>
        <p:nvGraphicFramePr>
          <p:cNvPr id="8" name="Tableau 7"/>
          <p:cNvGraphicFramePr>
            <a:graphicFrameLocks noGrp="1"/>
          </p:cNvGraphicFramePr>
          <p:nvPr/>
        </p:nvGraphicFramePr>
        <p:xfrm>
          <a:off x="1276342" y="4086220"/>
          <a:ext cx="2052624" cy="22145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3156"/>
                <a:gridCol w="513156"/>
                <a:gridCol w="513156"/>
                <a:gridCol w="513156"/>
              </a:tblGrid>
              <a:tr h="553645"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53645"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-2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53645"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53645"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9" name="Tableau 8"/>
          <p:cNvGraphicFramePr>
            <a:graphicFrameLocks noGrp="1"/>
          </p:cNvGraphicFramePr>
          <p:nvPr/>
        </p:nvGraphicFramePr>
        <p:xfrm>
          <a:off x="3848110" y="4086220"/>
          <a:ext cx="2052624" cy="22145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3156"/>
                <a:gridCol w="513156"/>
                <a:gridCol w="513156"/>
                <a:gridCol w="513156"/>
              </a:tblGrid>
              <a:tr h="553645"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53645"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-2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53645"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53645"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10" name="Tableau 9"/>
          <p:cNvGraphicFramePr>
            <a:graphicFrameLocks noGrp="1"/>
          </p:cNvGraphicFramePr>
          <p:nvPr/>
        </p:nvGraphicFramePr>
        <p:xfrm>
          <a:off x="6562754" y="4086220"/>
          <a:ext cx="2052624" cy="22145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3156"/>
                <a:gridCol w="513156"/>
                <a:gridCol w="513156"/>
                <a:gridCol w="513156"/>
              </a:tblGrid>
              <a:tr h="553645"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53645"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-3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53645"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53645"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11" name="Tableau 10"/>
          <p:cNvGraphicFramePr>
            <a:graphicFrameLocks noGrp="1"/>
          </p:cNvGraphicFramePr>
          <p:nvPr/>
        </p:nvGraphicFramePr>
        <p:xfrm>
          <a:off x="1257265" y="4086220"/>
          <a:ext cx="1643073" cy="164307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7691"/>
                <a:gridCol w="547691"/>
                <a:gridCol w="547691"/>
              </a:tblGrid>
              <a:tr h="547691"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lnL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lnL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lnL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47691"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lnL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lnL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lnL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47691"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lnL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lnL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lnL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12" name="Tableau 11"/>
          <p:cNvGraphicFramePr>
            <a:graphicFrameLocks noGrp="1"/>
          </p:cNvGraphicFramePr>
          <p:nvPr/>
        </p:nvGraphicFramePr>
        <p:xfrm>
          <a:off x="3757595" y="4086220"/>
          <a:ext cx="1643073" cy="164307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7691"/>
                <a:gridCol w="547691"/>
                <a:gridCol w="547691"/>
              </a:tblGrid>
              <a:tr h="547691"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lnL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lnL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lnL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47691"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lnL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lnL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lnL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47691"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lnL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lnL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lnL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13" name="Tableau 12"/>
          <p:cNvGraphicFramePr>
            <a:graphicFrameLocks noGrp="1"/>
          </p:cNvGraphicFramePr>
          <p:nvPr/>
        </p:nvGraphicFramePr>
        <p:xfrm>
          <a:off x="6543676" y="4086220"/>
          <a:ext cx="1643073" cy="164307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7691"/>
                <a:gridCol w="547691"/>
                <a:gridCol w="547691"/>
              </a:tblGrid>
              <a:tr h="547691"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lnL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lnL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lnL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47691"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lnL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lnL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lnL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47691"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lnL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lnL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lnL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4" name="Ellipse 13"/>
          <p:cNvSpPr/>
          <p:nvPr/>
        </p:nvSpPr>
        <p:spPr>
          <a:xfrm>
            <a:off x="7186618" y="4157658"/>
            <a:ext cx="357190" cy="285752"/>
          </a:xfrm>
          <a:prstGeom prst="ellipse">
            <a:avLst/>
          </a:prstGeom>
          <a:solidFill>
            <a:srgbClr val="EE1EA9">
              <a:alpha val="34902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graphicFrame>
        <p:nvGraphicFramePr>
          <p:cNvPr id="15" name="Tableau 14"/>
          <p:cNvGraphicFramePr>
            <a:graphicFrameLocks noGrp="1"/>
          </p:cNvGraphicFramePr>
          <p:nvPr/>
        </p:nvGraphicFramePr>
        <p:xfrm>
          <a:off x="1757330" y="4157658"/>
          <a:ext cx="1643073" cy="164307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7691"/>
                <a:gridCol w="547691"/>
                <a:gridCol w="547691"/>
              </a:tblGrid>
              <a:tr h="547691"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lnL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lnL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lnL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47691"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lnL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lnL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lnL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47691"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lnL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lnL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lnL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16" name="Tableau 15"/>
          <p:cNvGraphicFramePr>
            <a:graphicFrameLocks noGrp="1"/>
          </p:cNvGraphicFramePr>
          <p:nvPr/>
        </p:nvGraphicFramePr>
        <p:xfrm>
          <a:off x="4257660" y="4157658"/>
          <a:ext cx="1643073" cy="164307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7691"/>
                <a:gridCol w="547691"/>
                <a:gridCol w="547691"/>
              </a:tblGrid>
              <a:tr h="547691"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lnL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lnL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lnL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47691"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lnL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lnL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lnL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47691"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lnL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lnL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lnL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17" name="Tableau 16"/>
          <p:cNvGraphicFramePr>
            <a:graphicFrameLocks noGrp="1"/>
          </p:cNvGraphicFramePr>
          <p:nvPr/>
        </p:nvGraphicFramePr>
        <p:xfrm>
          <a:off x="7043741" y="4157658"/>
          <a:ext cx="1643073" cy="164307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7691"/>
                <a:gridCol w="547691"/>
                <a:gridCol w="547691"/>
              </a:tblGrid>
              <a:tr h="547691"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lnL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lnL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lnL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47691"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lnL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lnL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lnL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47691"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lnL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lnL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lnL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19" name="Tableau 18"/>
          <p:cNvGraphicFramePr>
            <a:graphicFrameLocks noGrp="1"/>
          </p:cNvGraphicFramePr>
          <p:nvPr/>
        </p:nvGraphicFramePr>
        <p:xfrm>
          <a:off x="1257264" y="4657724"/>
          <a:ext cx="1643073" cy="164307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7691"/>
                <a:gridCol w="547691"/>
                <a:gridCol w="547691"/>
              </a:tblGrid>
              <a:tr h="547691"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lnL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lnL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lnL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47691"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lnL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lnL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lnL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47691"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lnL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lnL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lnL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20" name="Tableau 19"/>
          <p:cNvGraphicFramePr>
            <a:graphicFrameLocks noGrp="1"/>
          </p:cNvGraphicFramePr>
          <p:nvPr/>
        </p:nvGraphicFramePr>
        <p:xfrm>
          <a:off x="3757594" y="4657724"/>
          <a:ext cx="1643073" cy="164307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7691"/>
                <a:gridCol w="547691"/>
                <a:gridCol w="547691"/>
              </a:tblGrid>
              <a:tr h="547691"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lnL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lnL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lnL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47691"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lnL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lnL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lnL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47691"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lnL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lnL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lnL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21" name="Tableau 20"/>
          <p:cNvGraphicFramePr>
            <a:graphicFrameLocks noGrp="1"/>
          </p:cNvGraphicFramePr>
          <p:nvPr/>
        </p:nvGraphicFramePr>
        <p:xfrm>
          <a:off x="6543675" y="4657724"/>
          <a:ext cx="1643073" cy="164307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7691"/>
                <a:gridCol w="547691"/>
                <a:gridCol w="547691"/>
              </a:tblGrid>
              <a:tr h="547691"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lnL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lnL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lnL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47691"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lnL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lnL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lnL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47691"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lnL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lnL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lnL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23" name="Tableau 22"/>
          <p:cNvGraphicFramePr>
            <a:graphicFrameLocks noGrp="1"/>
          </p:cNvGraphicFramePr>
          <p:nvPr/>
        </p:nvGraphicFramePr>
        <p:xfrm>
          <a:off x="1757332" y="4586287"/>
          <a:ext cx="1643073" cy="164307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7691"/>
                <a:gridCol w="547691"/>
                <a:gridCol w="547691"/>
              </a:tblGrid>
              <a:tr h="547691"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lnL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lnL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lnL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47691"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lnL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lnL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lnL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47691"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lnL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lnL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lnL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24" name="Tableau 23"/>
          <p:cNvGraphicFramePr>
            <a:graphicFrameLocks noGrp="1"/>
          </p:cNvGraphicFramePr>
          <p:nvPr/>
        </p:nvGraphicFramePr>
        <p:xfrm>
          <a:off x="4257662" y="4586287"/>
          <a:ext cx="1643073" cy="164307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7691"/>
                <a:gridCol w="547691"/>
                <a:gridCol w="547691"/>
              </a:tblGrid>
              <a:tr h="547691"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lnL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lnL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lnL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47691"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lnL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lnL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lnL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47691"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lnL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lnL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lnL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25" name="Tableau 24"/>
          <p:cNvGraphicFramePr>
            <a:graphicFrameLocks noGrp="1"/>
          </p:cNvGraphicFramePr>
          <p:nvPr/>
        </p:nvGraphicFramePr>
        <p:xfrm>
          <a:off x="7043743" y="4586287"/>
          <a:ext cx="1643073" cy="164307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7691"/>
                <a:gridCol w="547691"/>
                <a:gridCol w="547691"/>
              </a:tblGrid>
              <a:tr h="547691"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lnL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lnL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lnL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47691"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lnL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lnL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lnL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47691"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lnL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lnL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lnL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pic>
        <p:nvPicPr>
          <p:cNvPr id="38" name="Picture 7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9186881" y="4672024"/>
            <a:ext cx="3214711" cy="29146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9" name="Picture 12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9686947" y="3951432"/>
            <a:ext cx="2000264" cy="60087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40" name="Connecteur droit avec flèche 39"/>
          <p:cNvCxnSpPr/>
          <p:nvPr/>
        </p:nvCxnSpPr>
        <p:spPr>
          <a:xfrm rot="5400000">
            <a:off x="2007364" y="3621079"/>
            <a:ext cx="642941" cy="1588"/>
          </a:xfrm>
          <a:prstGeom prst="straightConnector1">
            <a:avLst/>
          </a:prstGeom>
          <a:ln w="38100"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Connecteur droit avec flèche 40"/>
          <p:cNvCxnSpPr/>
          <p:nvPr/>
        </p:nvCxnSpPr>
        <p:spPr>
          <a:xfrm rot="5400000">
            <a:off x="4651364" y="3621079"/>
            <a:ext cx="642941" cy="1588"/>
          </a:xfrm>
          <a:prstGeom prst="straightConnector1">
            <a:avLst/>
          </a:prstGeom>
          <a:ln w="38100"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Connecteur droit avec flèche 41"/>
          <p:cNvCxnSpPr/>
          <p:nvPr/>
        </p:nvCxnSpPr>
        <p:spPr>
          <a:xfrm rot="5400000">
            <a:off x="7364419" y="3621079"/>
            <a:ext cx="642941" cy="1588"/>
          </a:xfrm>
          <a:prstGeom prst="straightConnector1">
            <a:avLst/>
          </a:prstGeom>
          <a:ln w="38100"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ZoneTexte 43"/>
          <p:cNvSpPr txBox="1"/>
          <p:nvPr/>
        </p:nvSpPr>
        <p:spPr>
          <a:xfrm>
            <a:off x="685760" y="7775583"/>
            <a:ext cx="764386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 smtClean="0">
                <a:latin typeface="Roboto"/>
              </a:rPr>
              <a:t>Le point  d’intérêt se trouve au </a:t>
            </a:r>
            <a:r>
              <a:rPr lang="fr-FR" sz="2800" dirty="0" err="1" smtClean="0">
                <a:latin typeface="Roboto"/>
              </a:rPr>
              <a:t>scale</a:t>
            </a:r>
            <a:r>
              <a:rPr lang="fr-FR" sz="2800" dirty="0" smtClean="0">
                <a:latin typeface="Roboto"/>
              </a:rPr>
              <a:t>= 3 à la position: x= 1, y=1</a:t>
            </a:r>
            <a:endParaRPr lang="fr-FR" sz="2800" dirty="0">
              <a:latin typeface="Roboto"/>
            </a:endParaRPr>
          </a:p>
        </p:txBody>
      </p:sp>
      <p:sp>
        <p:nvSpPr>
          <p:cNvPr id="45" name="Rectangle à coins arrondis 44"/>
          <p:cNvSpPr/>
          <p:nvPr/>
        </p:nvSpPr>
        <p:spPr>
          <a:xfrm>
            <a:off x="1185826" y="657196"/>
            <a:ext cx="7929618" cy="2714644"/>
          </a:xfrm>
          <a:prstGeom prst="roundRect">
            <a:avLst/>
          </a:prstGeom>
          <a:noFill/>
          <a:ln w="57150">
            <a:solidFill>
              <a:srgbClr val="00B05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8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0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4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6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44" grpId="0"/>
      <p:bldP spid="45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-45" y="-33"/>
            <a:ext cx="5700753" cy="615828"/>
          </a:xfrm>
          <a:prstGeom prst="rect">
            <a:avLst/>
          </a:prstGeom>
          <a:noFill/>
        </p:spPr>
        <p:txBody>
          <a:bodyPr wrap="square" lIns="122191" tIns="61096" rIns="122191" bIns="61096" rtlCol="0">
            <a:spAutoFit/>
          </a:bodyPr>
          <a:lstStyle/>
          <a:p>
            <a:pPr marL="458217" indent="-458217"/>
            <a:r>
              <a:rPr lang="fr-FR" sz="3200" b="1" u="sng" dirty="0" smtClean="0">
                <a:solidFill>
                  <a:schemeClr val="accent6"/>
                </a:solidFill>
                <a:latin typeface="Roboto"/>
              </a:rPr>
              <a:t>Exo 1:</a:t>
            </a:r>
            <a:endParaRPr lang="fr-FR" sz="3200" b="1" u="sng" dirty="0">
              <a:solidFill>
                <a:schemeClr val="accent6"/>
              </a:solidFill>
              <a:latin typeface="Roboto"/>
            </a:endParaRPr>
          </a:p>
        </p:txBody>
      </p:sp>
      <p:graphicFrame>
        <p:nvGraphicFramePr>
          <p:cNvPr id="3" name="Tableau 2"/>
          <p:cNvGraphicFramePr>
            <a:graphicFrameLocks noGrp="1"/>
          </p:cNvGraphicFramePr>
          <p:nvPr/>
        </p:nvGraphicFramePr>
        <p:xfrm>
          <a:off x="1490656" y="942948"/>
          <a:ext cx="2052624" cy="22145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3156"/>
                <a:gridCol w="513156"/>
                <a:gridCol w="513156"/>
                <a:gridCol w="513156"/>
              </a:tblGrid>
              <a:tr h="553645"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53645"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-2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53645"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53645"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4" name="Tableau 3"/>
          <p:cNvGraphicFramePr>
            <a:graphicFrameLocks noGrp="1"/>
          </p:cNvGraphicFramePr>
          <p:nvPr/>
        </p:nvGraphicFramePr>
        <p:xfrm>
          <a:off x="4062424" y="942948"/>
          <a:ext cx="2052624" cy="22145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3156"/>
                <a:gridCol w="513156"/>
                <a:gridCol w="513156"/>
                <a:gridCol w="513156"/>
              </a:tblGrid>
              <a:tr h="553645"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53645"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-2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53645"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53645"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5" name="Tableau 4"/>
          <p:cNvGraphicFramePr>
            <a:graphicFrameLocks noGrp="1"/>
          </p:cNvGraphicFramePr>
          <p:nvPr/>
        </p:nvGraphicFramePr>
        <p:xfrm>
          <a:off x="6777068" y="942948"/>
          <a:ext cx="2052624" cy="22145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3156"/>
                <a:gridCol w="513156"/>
                <a:gridCol w="513156"/>
                <a:gridCol w="513156"/>
              </a:tblGrid>
              <a:tr h="553645"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53645"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-3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53645"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53645"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6" name="Tableau 5"/>
          <p:cNvGraphicFramePr>
            <a:graphicFrameLocks noGrp="1"/>
          </p:cNvGraphicFramePr>
          <p:nvPr/>
        </p:nvGraphicFramePr>
        <p:xfrm>
          <a:off x="9491712" y="942948"/>
          <a:ext cx="2052624" cy="22145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3156"/>
                <a:gridCol w="513156"/>
                <a:gridCol w="513156"/>
                <a:gridCol w="513156"/>
              </a:tblGrid>
              <a:tr h="553645"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53645"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-2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53645"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-2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53645"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pic>
        <p:nvPicPr>
          <p:cNvPr id="7" name="Picture 11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47648" y="1781159"/>
            <a:ext cx="809625" cy="447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32" name="Connecteur droit avec flèche 31"/>
          <p:cNvCxnSpPr/>
          <p:nvPr/>
        </p:nvCxnSpPr>
        <p:spPr>
          <a:xfrm rot="5400000">
            <a:off x="10223528" y="3692517"/>
            <a:ext cx="642941" cy="1588"/>
          </a:xfrm>
          <a:prstGeom prst="straightConnector1">
            <a:avLst/>
          </a:prstGeom>
          <a:ln w="38100"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nnecteur droit avec flèche 35"/>
          <p:cNvCxnSpPr/>
          <p:nvPr/>
        </p:nvCxnSpPr>
        <p:spPr>
          <a:xfrm rot="5400000">
            <a:off x="4651364" y="3621079"/>
            <a:ext cx="642941" cy="1588"/>
          </a:xfrm>
          <a:prstGeom prst="straightConnector1">
            <a:avLst/>
          </a:prstGeom>
          <a:ln w="38100"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Connecteur droit avec flèche 36"/>
          <p:cNvCxnSpPr/>
          <p:nvPr/>
        </p:nvCxnSpPr>
        <p:spPr>
          <a:xfrm rot="5400000">
            <a:off x="7364419" y="3621079"/>
            <a:ext cx="642941" cy="1588"/>
          </a:xfrm>
          <a:prstGeom prst="straightConnector1">
            <a:avLst/>
          </a:prstGeom>
          <a:ln w="38100"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0" name="Tableau 29"/>
          <p:cNvGraphicFramePr>
            <a:graphicFrameLocks noGrp="1"/>
          </p:cNvGraphicFramePr>
          <p:nvPr/>
        </p:nvGraphicFramePr>
        <p:xfrm>
          <a:off x="4205300" y="4586284"/>
          <a:ext cx="2052624" cy="22145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3156"/>
                <a:gridCol w="513156"/>
                <a:gridCol w="513156"/>
                <a:gridCol w="513156"/>
              </a:tblGrid>
              <a:tr h="553645"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53645"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-2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53645"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53645"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31" name="Tableau 30"/>
          <p:cNvGraphicFramePr>
            <a:graphicFrameLocks noGrp="1"/>
          </p:cNvGraphicFramePr>
          <p:nvPr/>
        </p:nvGraphicFramePr>
        <p:xfrm>
          <a:off x="6757990" y="4586284"/>
          <a:ext cx="2052624" cy="22145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3156"/>
                <a:gridCol w="513156"/>
                <a:gridCol w="513156"/>
                <a:gridCol w="513156"/>
              </a:tblGrid>
              <a:tr h="553645"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53645"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-3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53645"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53645"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33" name="Tableau 32"/>
          <p:cNvGraphicFramePr>
            <a:graphicFrameLocks noGrp="1"/>
          </p:cNvGraphicFramePr>
          <p:nvPr/>
        </p:nvGraphicFramePr>
        <p:xfrm>
          <a:off x="9563151" y="4586284"/>
          <a:ext cx="2052624" cy="22145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3156"/>
                <a:gridCol w="513156"/>
                <a:gridCol w="513156"/>
                <a:gridCol w="513156"/>
              </a:tblGrid>
              <a:tr h="553645"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53645"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-2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53645"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-2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53645"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34" name="Tableau 33"/>
          <p:cNvGraphicFramePr>
            <a:graphicFrameLocks noGrp="1"/>
          </p:cNvGraphicFramePr>
          <p:nvPr/>
        </p:nvGraphicFramePr>
        <p:xfrm>
          <a:off x="4186223" y="4586284"/>
          <a:ext cx="1643073" cy="164307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7691"/>
                <a:gridCol w="547691"/>
                <a:gridCol w="547691"/>
              </a:tblGrid>
              <a:tr h="547691"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lnL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lnL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lnL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47691"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lnL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lnL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lnL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47691"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lnL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lnL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lnL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35" name="Tableau 34"/>
          <p:cNvGraphicFramePr>
            <a:graphicFrameLocks noGrp="1"/>
          </p:cNvGraphicFramePr>
          <p:nvPr/>
        </p:nvGraphicFramePr>
        <p:xfrm>
          <a:off x="6757990" y="4586284"/>
          <a:ext cx="1643073" cy="164307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7691"/>
                <a:gridCol w="547691"/>
                <a:gridCol w="547691"/>
              </a:tblGrid>
              <a:tr h="547691"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lnL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lnL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lnL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47691"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lnL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lnL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lnL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47691"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lnL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lnL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lnL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38" name="Tableau 37"/>
          <p:cNvGraphicFramePr>
            <a:graphicFrameLocks noGrp="1"/>
          </p:cNvGraphicFramePr>
          <p:nvPr/>
        </p:nvGraphicFramePr>
        <p:xfrm>
          <a:off x="9472634" y="4586284"/>
          <a:ext cx="1643073" cy="164307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7691"/>
                <a:gridCol w="547691"/>
                <a:gridCol w="547691"/>
              </a:tblGrid>
              <a:tr h="547691"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lnL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lnL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lnL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47691"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lnL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lnL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lnL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47691"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lnL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lnL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lnL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40" name="Tableau 39"/>
          <p:cNvGraphicFramePr>
            <a:graphicFrameLocks noGrp="1"/>
          </p:cNvGraphicFramePr>
          <p:nvPr/>
        </p:nvGraphicFramePr>
        <p:xfrm>
          <a:off x="4757726" y="4657723"/>
          <a:ext cx="1643073" cy="164307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7691"/>
                <a:gridCol w="547691"/>
                <a:gridCol w="547691"/>
              </a:tblGrid>
              <a:tr h="547691"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lnL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lnL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lnL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47691"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lnL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lnL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lnL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47691"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lnL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lnL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lnL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41" name="Tableau 40"/>
          <p:cNvGraphicFramePr>
            <a:graphicFrameLocks noGrp="1"/>
          </p:cNvGraphicFramePr>
          <p:nvPr/>
        </p:nvGraphicFramePr>
        <p:xfrm>
          <a:off x="7258056" y="4657723"/>
          <a:ext cx="1643073" cy="164307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7691"/>
                <a:gridCol w="547691"/>
                <a:gridCol w="547691"/>
              </a:tblGrid>
              <a:tr h="547691"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lnL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lnL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lnL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47691"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lnL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lnL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lnL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47691"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lnL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lnL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lnL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42" name="Tableau 41"/>
          <p:cNvGraphicFramePr>
            <a:graphicFrameLocks noGrp="1"/>
          </p:cNvGraphicFramePr>
          <p:nvPr/>
        </p:nvGraphicFramePr>
        <p:xfrm>
          <a:off x="9972700" y="4657723"/>
          <a:ext cx="1643073" cy="164307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7691"/>
                <a:gridCol w="547691"/>
                <a:gridCol w="547691"/>
              </a:tblGrid>
              <a:tr h="547691"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lnL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lnL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lnL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47691"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lnL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lnL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lnL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47691"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lnL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lnL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lnL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44" name="Tableau 43"/>
          <p:cNvGraphicFramePr>
            <a:graphicFrameLocks noGrp="1"/>
          </p:cNvGraphicFramePr>
          <p:nvPr/>
        </p:nvGraphicFramePr>
        <p:xfrm>
          <a:off x="4186222" y="5157789"/>
          <a:ext cx="1643073" cy="164307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7691"/>
                <a:gridCol w="547691"/>
                <a:gridCol w="547691"/>
              </a:tblGrid>
              <a:tr h="547691"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lnL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lnL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lnL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47691"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lnL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lnL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lnL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47691"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lnL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lnL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lnL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45" name="Tableau 44"/>
          <p:cNvGraphicFramePr>
            <a:graphicFrameLocks noGrp="1"/>
          </p:cNvGraphicFramePr>
          <p:nvPr/>
        </p:nvGraphicFramePr>
        <p:xfrm>
          <a:off x="6686552" y="5157789"/>
          <a:ext cx="1643073" cy="164307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7691"/>
                <a:gridCol w="547691"/>
                <a:gridCol w="547691"/>
              </a:tblGrid>
              <a:tr h="547691"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lnL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lnL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lnL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47691"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lnL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lnL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lnL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47691"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lnL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lnL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lnL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46" name="Tableau 45"/>
          <p:cNvGraphicFramePr>
            <a:graphicFrameLocks noGrp="1"/>
          </p:cNvGraphicFramePr>
          <p:nvPr/>
        </p:nvGraphicFramePr>
        <p:xfrm>
          <a:off x="9472633" y="5157789"/>
          <a:ext cx="1643073" cy="164307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7691"/>
                <a:gridCol w="547691"/>
                <a:gridCol w="547691"/>
              </a:tblGrid>
              <a:tr h="547691"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lnL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lnL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lnL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47691"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lnL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lnL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lnL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47691"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lnL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lnL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lnL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48" name="Tableau 47"/>
          <p:cNvGraphicFramePr>
            <a:graphicFrameLocks noGrp="1"/>
          </p:cNvGraphicFramePr>
          <p:nvPr/>
        </p:nvGraphicFramePr>
        <p:xfrm>
          <a:off x="4757728" y="5086351"/>
          <a:ext cx="1643073" cy="164307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7691"/>
                <a:gridCol w="547691"/>
                <a:gridCol w="547691"/>
              </a:tblGrid>
              <a:tr h="547691"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lnL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lnL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lnL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47691"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lnL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lnL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lnL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47691"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lnL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lnL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lnL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49" name="Tableau 48"/>
          <p:cNvGraphicFramePr>
            <a:graphicFrameLocks noGrp="1"/>
          </p:cNvGraphicFramePr>
          <p:nvPr/>
        </p:nvGraphicFramePr>
        <p:xfrm>
          <a:off x="7258058" y="5086351"/>
          <a:ext cx="1643073" cy="164307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7691"/>
                <a:gridCol w="547691"/>
                <a:gridCol w="547691"/>
              </a:tblGrid>
              <a:tr h="547691"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lnL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lnL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lnL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47691"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lnL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lnL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lnL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47691"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lnL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lnL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lnL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50" name="Tableau 49"/>
          <p:cNvGraphicFramePr>
            <a:graphicFrameLocks noGrp="1"/>
          </p:cNvGraphicFramePr>
          <p:nvPr/>
        </p:nvGraphicFramePr>
        <p:xfrm>
          <a:off x="9972702" y="5086351"/>
          <a:ext cx="1643073" cy="164307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7691"/>
                <a:gridCol w="547691"/>
                <a:gridCol w="547691"/>
              </a:tblGrid>
              <a:tr h="547691"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lnL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lnL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lnL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47691"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lnL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lnL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lnL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47691"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lnL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lnL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lnL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52" name="Rectangle à coins arrondis 51"/>
          <p:cNvSpPr/>
          <p:nvPr/>
        </p:nvSpPr>
        <p:spPr>
          <a:xfrm>
            <a:off x="3971908" y="657196"/>
            <a:ext cx="7929618" cy="2714644"/>
          </a:xfrm>
          <a:prstGeom prst="roundRect">
            <a:avLst/>
          </a:prstGeom>
          <a:noFill/>
          <a:ln w="57150">
            <a:solidFill>
              <a:srgbClr val="00B05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-45" y="-33"/>
            <a:ext cx="5700753" cy="615828"/>
          </a:xfrm>
          <a:prstGeom prst="rect">
            <a:avLst/>
          </a:prstGeom>
          <a:noFill/>
        </p:spPr>
        <p:txBody>
          <a:bodyPr wrap="square" lIns="122191" tIns="61096" rIns="122191" bIns="61096" rtlCol="0">
            <a:spAutoFit/>
          </a:bodyPr>
          <a:lstStyle/>
          <a:p>
            <a:pPr marL="458217" indent="-458217"/>
            <a:r>
              <a:rPr lang="fr-FR" sz="3200" b="1" u="sng" dirty="0" smtClean="0">
                <a:solidFill>
                  <a:schemeClr val="accent6"/>
                </a:solidFill>
                <a:latin typeface="Roboto"/>
              </a:rPr>
              <a:t>Exo 2:</a:t>
            </a:r>
            <a:endParaRPr lang="fr-FR" sz="3200" b="1" u="sng" dirty="0">
              <a:solidFill>
                <a:schemeClr val="accent6"/>
              </a:solidFill>
              <a:latin typeface="Roboto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lnDef>
      <a:spPr>
        <a:ln w="28575">
          <a:solidFill>
            <a:schemeClr val="tx1"/>
          </a:solidFill>
          <a:tailEnd type="arrow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4726</TotalTime>
  <Words>605</Words>
  <Application>Microsoft Office PowerPoint</Application>
  <PresentationFormat>A3 (297 x 420 mm)</PresentationFormat>
  <Paragraphs>417</Paragraphs>
  <Slides>10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10</vt:i4>
      </vt:variant>
    </vt:vector>
  </HeadingPairs>
  <TitlesOfParts>
    <vt:vector size="11" baseType="lpstr">
      <vt:lpstr>Thème Office</vt:lpstr>
      <vt:lpstr>Diapositive 1</vt:lpstr>
      <vt:lpstr>Diapositive 2</vt:lpstr>
      <vt:lpstr>Diapositive 3</vt:lpstr>
      <vt:lpstr>Diapositive 4</vt:lpstr>
      <vt:lpstr>Diapositive 5</vt:lpstr>
      <vt:lpstr>Diapositive 6</vt:lpstr>
      <vt:lpstr>Diapositive 7</vt:lpstr>
      <vt:lpstr>Diapositive 8</vt:lpstr>
      <vt:lpstr>Diapositive 9</vt:lpstr>
      <vt:lpstr>Diapositive 10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Diapositive 1</dc:title>
  <dc:creator>Neo</dc:creator>
  <cp:lastModifiedBy>Neo</cp:lastModifiedBy>
  <cp:revision>761</cp:revision>
  <dcterms:created xsi:type="dcterms:W3CDTF">2023-10-23T05:28:53Z</dcterms:created>
  <dcterms:modified xsi:type="dcterms:W3CDTF">2024-01-03T22:06:21Z</dcterms:modified>
</cp:coreProperties>
</file>